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200743-9361-40D6-95E7-F33A4C795BCF}">
          <p14:sldIdLst>
            <p14:sldId id="291"/>
            <p14:sldId id="281"/>
            <p14:sldId id="290"/>
            <p14:sldId id="293"/>
            <p14:sldId id="294"/>
          </p14:sldIdLst>
        </p14:section>
        <p14:section name="Untitled Section" id="{E04E2F6A-992F-4B1F-9623-C843B7511C76}">
          <p14:sldIdLst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511CC-D2C1-42A4-A59A-B3579A62A506}" v="40" dt="2026-09-28T08:59:19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332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kul M" userId="99361303edf3f66d" providerId="LiveId" clId="{BC805144-229A-41B6-80CA-CAB9D5AE9010}"/>
    <pc:docChg chg="undo custSel delSld modSld addSection">
      <pc:chgData name="Gokul M" userId="99361303edf3f66d" providerId="LiveId" clId="{BC805144-229A-41B6-80CA-CAB9D5AE9010}" dt="2026-09-28T08:59:58.354" v="344" actId="255"/>
      <pc:docMkLst>
        <pc:docMk/>
      </pc:docMkLst>
      <pc:sldChg chg="delSp modSp mod">
        <pc:chgData name="Gokul M" userId="99361303edf3f66d" providerId="LiveId" clId="{BC805144-229A-41B6-80CA-CAB9D5AE9010}" dt="2026-09-28T08:45:11.640" v="313" actId="113"/>
        <pc:sldMkLst>
          <pc:docMk/>
          <pc:sldMk cId="0" sldId="281"/>
        </pc:sldMkLst>
        <pc:spChg chg="del mod">
          <ac:chgData name="Gokul M" userId="99361303edf3f66d" providerId="LiveId" clId="{BC805144-229A-41B6-80CA-CAB9D5AE9010}" dt="2026-09-28T07:23:16.406" v="186" actId="478"/>
          <ac:spMkLst>
            <pc:docMk/>
            <pc:sldMk cId="0" sldId="281"/>
            <ac:spMk id="7" creationId="{00000000-0000-0000-0000-000000000000}"/>
          </ac:spMkLst>
        </pc:spChg>
        <pc:spChg chg="mod">
          <ac:chgData name="Gokul M" userId="99361303edf3f66d" providerId="LiveId" clId="{BC805144-229A-41B6-80CA-CAB9D5AE9010}" dt="2026-09-28T07:24:24.901" v="224" actId="1076"/>
          <ac:spMkLst>
            <pc:docMk/>
            <pc:sldMk cId="0" sldId="281"/>
            <ac:spMk id="10" creationId="{5DBCE864-823D-4A13-9607-5DA1F0ED5FB8}"/>
          </ac:spMkLst>
        </pc:spChg>
        <pc:spChg chg="mod">
          <ac:chgData name="Gokul M" userId="99361303edf3f66d" providerId="LiveId" clId="{BC805144-229A-41B6-80CA-CAB9D5AE9010}" dt="2026-09-28T06:51:49.994" v="62" actId="255"/>
          <ac:spMkLst>
            <pc:docMk/>
            <pc:sldMk cId="0" sldId="281"/>
            <ac:spMk id="16" creationId="{49DCE60E-D6C1-8602-52CF-F64A9583967B}"/>
          </ac:spMkLst>
        </pc:spChg>
        <pc:spChg chg="mod">
          <ac:chgData name="Gokul M" userId="99361303edf3f66d" providerId="LiveId" clId="{BC805144-229A-41B6-80CA-CAB9D5AE9010}" dt="2026-09-28T06:34:08.910" v="2" actId="1076"/>
          <ac:spMkLst>
            <pc:docMk/>
            <pc:sldMk cId="0" sldId="281"/>
            <ac:spMk id="17" creationId="{15E5C606-E37F-7779-C269-5BCD3404BD54}"/>
          </ac:spMkLst>
        </pc:spChg>
        <pc:spChg chg="mod">
          <ac:chgData name="Gokul M" userId="99361303edf3f66d" providerId="LiveId" clId="{BC805144-229A-41B6-80CA-CAB9D5AE9010}" dt="2026-09-28T07:22:48.751" v="174" actId="1076"/>
          <ac:spMkLst>
            <pc:docMk/>
            <pc:sldMk cId="0" sldId="281"/>
            <ac:spMk id="18" creationId="{4C114498-422B-A4E4-9AC3-58BDFC1CF326}"/>
          </ac:spMkLst>
        </pc:spChg>
        <pc:spChg chg="mod">
          <ac:chgData name="Gokul M" userId="99361303edf3f66d" providerId="LiveId" clId="{BC805144-229A-41B6-80CA-CAB9D5AE9010}" dt="2026-09-28T08:45:11.640" v="313" actId="113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Gokul M" userId="99361303edf3f66d" providerId="LiveId" clId="{BC805144-229A-41B6-80CA-CAB9D5AE9010}" dt="2026-09-28T06:51:42.143" v="61" actId="255"/>
          <ac:spMkLst>
            <pc:docMk/>
            <pc:sldMk cId="0" sldId="281"/>
            <ac:spMk id="15362" creationId="{00000000-0000-0000-0000-000000000000}"/>
          </ac:spMkLst>
        </pc:spChg>
      </pc:sldChg>
      <pc:sldChg chg="addSp delSp modSp mod chgLayout">
        <pc:chgData name="Gokul M" userId="99361303edf3f66d" providerId="LiveId" clId="{BC805144-229A-41B6-80CA-CAB9D5AE9010}" dt="2026-09-28T07:24:55.689" v="226" actId="1076"/>
        <pc:sldMkLst>
          <pc:docMk/>
          <pc:sldMk cId="0" sldId="290"/>
        </pc:sldMkLst>
        <pc:spChg chg="add mod">
          <ac:chgData name="Gokul M" userId="99361303edf3f66d" providerId="LiveId" clId="{BC805144-229A-41B6-80CA-CAB9D5AE9010}" dt="2026-09-28T06:40:42.299" v="4"/>
          <ac:spMkLst>
            <pc:docMk/>
            <pc:sldMk cId="0" sldId="290"/>
            <ac:spMk id="2" creationId="{5BFBF341-9F25-BDE3-0AD4-3247FD108A75}"/>
          </ac:spMkLst>
        </pc:spChg>
        <pc:spChg chg="add mod">
          <ac:chgData name="Gokul M" userId="99361303edf3f66d" providerId="LiveId" clId="{BC805144-229A-41B6-80CA-CAB9D5AE9010}" dt="2026-09-28T06:40:32.687" v="3"/>
          <ac:spMkLst>
            <pc:docMk/>
            <pc:sldMk cId="0" sldId="290"/>
            <ac:spMk id="3" creationId="{C8520898-3E64-B4CE-08FB-EC67F9FF9929}"/>
          </ac:spMkLst>
        </pc:spChg>
        <pc:spChg chg="mod ord">
          <ac:chgData name="Gokul M" userId="99361303edf3f66d" providerId="LiveId" clId="{BC805144-229A-41B6-80CA-CAB9D5AE9010}" dt="2026-09-28T07:03:11.629" v="141" actId="6264"/>
          <ac:spMkLst>
            <pc:docMk/>
            <pc:sldMk cId="0" sldId="290"/>
            <ac:spMk id="6" creationId="{00000000-0000-0000-0000-000000000000}"/>
          </ac:spMkLst>
        </pc:spChg>
        <pc:spChg chg="del mod ord">
          <ac:chgData name="Gokul M" userId="99361303edf3f66d" providerId="LiveId" clId="{BC805144-229A-41B6-80CA-CAB9D5AE9010}" dt="2026-09-28T07:23:36.442" v="189" actId="478"/>
          <ac:spMkLst>
            <pc:docMk/>
            <pc:sldMk cId="0" sldId="290"/>
            <ac:spMk id="7" creationId="{00000000-0000-0000-0000-000000000000}"/>
          </ac:spMkLst>
        </pc:spChg>
        <pc:spChg chg="add del mod">
          <ac:chgData name="Gokul M" userId="99361303edf3f66d" providerId="LiveId" clId="{BC805144-229A-41B6-80CA-CAB9D5AE9010}" dt="2026-09-28T06:40:50.861" v="7" actId="478"/>
          <ac:spMkLst>
            <pc:docMk/>
            <pc:sldMk cId="0" sldId="290"/>
            <ac:spMk id="9" creationId="{4FDA45AF-07EE-CA67-2EA4-1A21EB3A935D}"/>
          </ac:spMkLst>
        </pc:spChg>
        <pc:spChg chg="del">
          <ac:chgData name="Gokul M" userId="99361303edf3f66d" providerId="LiveId" clId="{BC805144-229A-41B6-80CA-CAB9D5AE9010}" dt="2026-09-28T06:40:54.082" v="8" actId="478"/>
          <ac:spMkLst>
            <pc:docMk/>
            <pc:sldMk cId="0" sldId="290"/>
            <ac:spMk id="11" creationId="{5DBCE864-823D-4A13-9607-5DA1F0ED5FB8}"/>
          </ac:spMkLst>
        </pc:spChg>
        <pc:spChg chg="add mod ord">
          <ac:chgData name="Gokul M" userId="99361303edf3f66d" providerId="LiveId" clId="{BC805144-229A-41B6-80CA-CAB9D5AE9010}" dt="2026-09-28T07:03:11.629" v="141" actId="6264"/>
          <ac:spMkLst>
            <pc:docMk/>
            <pc:sldMk cId="0" sldId="290"/>
            <ac:spMk id="13" creationId="{632754AE-10AD-FBBC-1055-17746D3C3C31}"/>
          </ac:spMkLst>
        </pc:spChg>
        <pc:spChg chg="add mod">
          <ac:chgData name="Gokul M" userId="99361303edf3f66d" providerId="LiveId" clId="{BC805144-229A-41B6-80CA-CAB9D5AE9010}" dt="2026-09-28T07:24:55.689" v="226" actId="1076"/>
          <ac:spMkLst>
            <pc:docMk/>
            <pc:sldMk cId="0" sldId="290"/>
            <ac:spMk id="14" creationId="{02F8A847-5AFD-5A5F-99BD-33A21BAD195C}"/>
          </ac:spMkLst>
        </pc:spChg>
        <pc:spChg chg="add del mod">
          <ac:chgData name="Gokul M" userId="99361303edf3f66d" providerId="LiveId" clId="{BC805144-229A-41B6-80CA-CAB9D5AE9010}" dt="2026-09-28T06:41:18.556" v="15"/>
          <ac:spMkLst>
            <pc:docMk/>
            <pc:sldMk cId="0" sldId="290"/>
            <ac:spMk id="17" creationId="{B25A0A75-0F59-CBCF-281B-0A383421E63C}"/>
          </ac:spMkLst>
        </pc:spChg>
        <pc:spChg chg="add del mod">
          <ac:chgData name="Gokul M" userId="99361303edf3f66d" providerId="LiveId" clId="{BC805144-229A-41B6-80CA-CAB9D5AE9010}" dt="2026-09-28T07:03:11.629" v="141" actId="6264"/>
          <ac:spMkLst>
            <pc:docMk/>
            <pc:sldMk cId="0" sldId="290"/>
            <ac:spMk id="18" creationId="{A1EB843E-DAD4-A076-A6D7-0BB03634211B}"/>
          </ac:spMkLst>
        </pc:spChg>
        <pc:spChg chg="add del mod">
          <ac:chgData name="Gokul M" userId="99361303edf3f66d" providerId="LiveId" clId="{BC805144-229A-41B6-80CA-CAB9D5AE9010}" dt="2026-09-28T07:03:11.629" v="141" actId="6264"/>
          <ac:spMkLst>
            <pc:docMk/>
            <pc:sldMk cId="0" sldId="290"/>
            <ac:spMk id="19" creationId="{EB632075-0D7C-16F3-FB2B-ECBBB859FF0E}"/>
          </ac:spMkLst>
        </pc:spChg>
        <pc:spChg chg="add del mod">
          <ac:chgData name="Gokul M" userId="99361303edf3f66d" providerId="LiveId" clId="{BC805144-229A-41B6-80CA-CAB9D5AE9010}" dt="2026-09-28T07:03:11.629" v="141" actId="6264"/>
          <ac:spMkLst>
            <pc:docMk/>
            <pc:sldMk cId="0" sldId="290"/>
            <ac:spMk id="20" creationId="{B0B3AD86-8A32-CE2F-EFA3-71D0ECF61A62}"/>
          </ac:spMkLst>
        </pc:spChg>
        <pc:spChg chg="add del mod ord">
          <ac:chgData name="Gokul M" userId="99361303edf3f66d" providerId="LiveId" clId="{BC805144-229A-41B6-80CA-CAB9D5AE9010}" dt="2026-09-28T07:03:17.233" v="142" actId="478"/>
          <ac:spMkLst>
            <pc:docMk/>
            <pc:sldMk cId="0" sldId="290"/>
            <ac:spMk id="21" creationId="{C94211EB-EB20-9232-38AA-C637E9A45102}"/>
          </ac:spMkLst>
        </pc:spChg>
        <pc:spChg chg="del mod">
          <ac:chgData name="Gokul M" userId="99361303edf3f66d" providerId="LiveId" clId="{BC805144-229A-41B6-80CA-CAB9D5AE9010}" dt="2026-09-28T06:40:48.780" v="6" actId="478"/>
          <ac:spMkLst>
            <pc:docMk/>
            <pc:sldMk cId="0" sldId="290"/>
            <ac:spMk id="17409" creationId="{00000000-0000-0000-0000-000000000000}"/>
          </ac:spMkLst>
        </pc:spChg>
        <pc:spChg chg="mod">
          <ac:chgData name="Gokul M" userId="99361303edf3f66d" providerId="LiveId" clId="{BC805144-229A-41B6-80CA-CAB9D5AE9010}" dt="2026-09-28T06:52:02.799" v="63" actId="255"/>
          <ac:spMkLst>
            <pc:docMk/>
            <pc:sldMk cId="0" sldId="290"/>
            <ac:spMk id="17410" creationId="{00000000-0000-0000-0000-000000000000}"/>
          </ac:spMkLst>
        </pc:spChg>
        <pc:picChg chg="add mod">
          <ac:chgData name="Gokul M" userId="99361303edf3f66d" providerId="LiveId" clId="{BC805144-229A-41B6-80CA-CAB9D5AE9010}" dt="2026-09-28T06:40:32.687" v="3"/>
          <ac:picMkLst>
            <pc:docMk/>
            <pc:sldMk cId="0" sldId="290"/>
            <ac:picMk id="4" creationId="{0E68806C-4897-98EC-217E-81424A825A65}"/>
          </ac:picMkLst>
        </pc:picChg>
        <pc:picChg chg="del">
          <ac:chgData name="Gokul M" userId="99361303edf3f66d" providerId="LiveId" clId="{BC805144-229A-41B6-80CA-CAB9D5AE9010}" dt="2026-09-28T06:40:56.264" v="9" actId="478"/>
          <ac:picMkLst>
            <pc:docMk/>
            <pc:sldMk cId="0" sldId="290"/>
            <ac:picMk id="12" creationId="{00000000-0000-0000-0000-000000000000}"/>
          </ac:picMkLst>
        </pc:picChg>
        <pc:picChg chg="add mod">
          <ac:chgData name="Gokul M" userId="99361303edf3f66d" providerId="LiveId" clId="{BC805144-229A-41B6-80CA-CAB9D5AE9010}" dt="2026-09-28T06:40:57.659" v="10"/>
          <ac:picMkLst>
            <pc:docMk/>
            <pc:sldMk cId="0" sldId="290"/>
            <ac:picMk id="15" creationId="{6C40AEAD-3A2A-98EB-4448-50FE88BC604E}"/>
          </ac:picMkLst>
        </pc:picChg>
        <pc:picChg chg="add mod">
          <ac:chgData name="Gokul M" userId="99361303edf3f66d" providerId="LiveId" clId="{BC805144-229A-41B6-80CA-CAB9D5AE9010}" dt="2026-09-28T07:20:10.802" v="157" actId="14100"/>
          <ac:picMkLst>
            <pc:docMk/>
            <pc:sldMk cId="0" sldId="290"/>
            <ac:picMk id="23" creationId="{F9B596A6-6125-C4D6-C354-1A81D8038200}"/>
          </ac:picMkLst>
        </pc:picChg>
        <pc:cxnChg chg="add mod">
          <ac:chgData name="Gokul M" userId="99361303edf3f66d" providerId="LiveId" clId="{BC805144-229A-41B6-80CA-CAB9D5AE9010}" dt="2026-09-28T06:40:32.687" v="3"/>
          <ac:cxnSpMkLst>
            <pc:docMk/>
            <pc:sldMk cId="0" sldId="290"/>
            <ac:cxnSpMk id="5" creationId="{45FB88C7-14AA-491C-A5E1-FCDEC20FC1D5}"/>
          </ac:cxnSpMkLst>
        </pc:cxnChg>
        <pc:cxnChg chg="add mod">
          <ac:chgData name="Gokul M" userId="99361303edf3f66d" providerId="LiveId" clId="{BC805144-229A-41B6-80CA-CAB9D5AE9010}" dt="2026-09-28T06:40:57.659" v="10"/>
          <ac:cxnSpMkLst>
            <pc:docMk/>
            <pc:sldMk cId="0" sldId="290"/>
            <ac:cxnSpMk id="16" creationId="{90B655C6-F88A-62C1-06CE-FEC13F826650}"/>
          </ac:cxnSpMkLst>
        </pc:cxnChg>
      </pc:sldChg>
      <pc:sldChg chg="modSp mod">
        <pc:chgData name="Gokul M" userId="99361303edf3f66d" providerId="LiveId" clId="{BC805144-229A-41B6-80CA-CAB9D5AE9010}" dt="2026-09-28T07:29:40.473" v="309" actId="20577"/>
        <pc:sldMkLst>
          <pc:docMk/>
          <pc:sldMk cId="0" sldId="291"/>
        </pc:sldMkLst>
        <pc:spChg chg="mod">
          <ac:chgData name="Gokul M" userId="99361303edf3f66d" providerId="LiveId" clId="{BC805144-229A-41B6-80CA-CAB9D5AE9010}" dt="2026-09-28T07:29:40.473" v="309" actId="20577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Gokul M" userId="99361303edf3f66d" providerId="LiveId" clId="{BC805144-229A-41B6-80CA-CAB9D5AE9010}" dt="2026-09-28T07:25:30.774" v="233" actId="1076"/>
        <pc:sldMkLst>
          <pc:docMk/>
          <pc:sldMk cId="3753387913" sldId="293"/>
        </pc:sldMkLst>
        <pc:spChg chg="add del mod">
          <ac:chgData name="Gokul M" userId="99361303edf3f66d" providerId="LiveId" clId="{BC805144-229A-41B6-80CA-CAB9D5AE9010}" dt="2026-09-28T06:43:53.737" v="27" actId="478"/>
          <ac:spMkLst>
            <pc:docMk/>
            <pc:sldMk cId="3753387913" sldId="293"/>
            <ac:spMk id="3" creationId="{9D092350-EBE9-CF1C-49A6-454D38D1F7AA}"/>
          </ac:spMkLst>
        </pc:spChg>
        <pc:spChg chg="add del">
          <ac:chgData name="Gokul M" userId="99361303edf3f66d" providerId="LiveId" clId="{BC805144-229A-41B6-80CA-CAB9D5AE9010}" dt="2026-09-28T06:44:02.175" v="30" actId="478"/>
          <ac:spMkLst>
            <pc:docMk/>
            <pc:sldMk cId="3753387913" sldId="293"/>
            <ac:spMk id="5" creationId="{1EC29424-BD68-0AF9-15B7-A42D6459A665}"/>
          </ac:spMkLst>
        </pc:spChg>
        <pc:spChg chg="del mod">
          <ac:chgData name="Gokul M" userId="99361303edf3f66d" providerId="LiveId" clId="{BC805144-229A-41B6-80CA-CAB9D5AE9010}" dt="2026-09-28T07:22:36.011" v="173" actId="478"/>
          <ac:spMkLst>
            <pc:docMk/>
            <pc:sldMk cId="3753387913" sldId="293"/>
            <ac:spMk id="7" creationId="{00000000-0000-0000-0000-000000000000}"/>
          </ac:spMkLst>
        </pc:spChg>
        <pc:spChg chg="add mod">
          <ac:chgData name="Gokul M" userId="99361303edf3f66d" providerId="LiveId" clId="{BC805144-229A-41B6-80CA-CAB9D5AE9010}" dt="2026-09-28T06:45:08.230" v="45" actId="113"/>
          <ac:spMkLst>
            <pc:docMk/>
            <pc:sldMk cId="3753387913" sldId="293"/>
            <ac:spMk id="8" creationId="{10912B79-D657-48E1-AE54-7780EDFDA81B}"/>
          </ac:spMkLst>
        </pc:spChg>
        <pc:spChg chg="add mod">
          <ac:chgData name="Gokul M" userId="99361303edf3f66d" providerId="LiveId" clId="{BC805144-229A-41B6-80CA-CAB9D5AE9010}" dt="2026-09-28T07:25:30.774" v="233" actId="1076"/>
          <ac:spMkLst>
            <pc:docMk/>
            <pc:sldMk cId="3753387913" sldId="293"/>
            <ac:spMk id="9" creationId="{3C79A851-B85C-2572-0FA0-6042C9D88679}"/>
          </ac:spMkLst>
        </pc:spChg>
        <pc:spChg chg="del">
          <ac:chgData name="Gokul M" userId="99361303edf3f66d" providerId="LiveId" clId="{BC805144-229A-41B6-80CA-CAB9D5AE9010}" dt="2026-09-28T06:43:48.881" v="25" actId="478"/>
          <ac:spMkLst>
            <pc:docMk/>
            <pc:sldMk cId="3753387913" sldId="293"/>
            <ac:spMk id="12" creationId="{5DBCE864-823D-4A13-9607-5DA1F0ED5FB8}"/>
          </ac:spMkLst>
        </pc:spChg>
        <pc:spChg chg="add del mod">
          <ac:chgData name="Gokul M" userId="99361303edf3f66d" providerId="LiveId" clId="{BC805144-229A-41B6-80CA-CAB9D5AE9010}" dt="2026-09-28T06:45:12.133" v="47"/>
          <ac:spMkLst>
            <pc:docMk/>
            <pc:sldMk cId="3753387913" sldId="293"/>
            <ac:spMk id="15" creationId="{FC78D0E5-C97F-58B3-8EBD-DE39601666C3}"/>
          </ac:spMkLst>
        </pc:spChg>
        <pc:spChg chg="add mod">
          <ac:chgData name="Gokul M" userId="99361303edf3f66d" providerId="LiveId" clId="{BC805144-229A-41B6-80CA-CAB9D5AE9010}" dt="2026-09-28T06:56:05.866" v="99" actId="12"/>
          <ac:spMkLst>
            <pc:docMk/>
            <pc:sldMk cId="3753387913" sldId="293"/>
            <ac:spMk id="16" creationId="{C1C9C8E7-2DE0-C596-0264-4BEE8D52063D}"/>
          </ac:spMkLst>
        </pc:spChg>
        <pc:spChg chg="add mod">
          <ac:chgData name="Gokul M" userId="99361303edf3f66d" providerId="LiveId" clId="{BC805144-229A-41B6-80CA-CAB9D5AE9010}" dt="2026-09-28T07:21:37.588" v="162" actId="14100"/>
          <ac:spMkLst>
            <pc:docMk/>
            <pc:sldMk cId="3753387913" sldId="293"/>
            <ac:spMk id="17" creationId="{A1F23ED3-3A74-6E30-F573-5089744360DE}"/>
          </ac:spMkLst>
        </pc:spChg>
        <pc:spChg chg="add mod">
          <ac:chgData name="Gokul M" userId="99361303edf3f66d" providerId="LiveId" clId="{BC805144-229A-41B6-80CA-CAB9D5AE9010}" dt="2026-09-28T07:22:04.987" v="171" actId="20577"/>
          <ac:spMkLst>
            <pc:docMk/>
            <pc:sldMk cId="3753387913" sldId="293"/>
            <ac:spMk id="18" creationId="{AF4B4D1D-EEA8-F826-8252-F3C20F99F202}"/>
          </ac:spMkLst>
        </pc:spChg>
        <pc:spChg chg="del">
          <ac:chgData name="Gokul M" userId="99361303edf3f66d" providerId="LiveId" clId="{BC805144-229A-41B6-80CA-CAB9D5AE9010}" dt="2026-09-28T06:43:51.756" v="26" actId="478"/>
          <ac:spMkLst>
            <pc:docMk/>
            <pc:sldMk cId="3753387913" sldId="293"/>
            <ac:spMk id="17409" creationId="{00000000-0000-0000-0000-000000000000}"/>
          </ac:spMkLst>
        </pc:spChg>
        <pc:spChg chg="mod">
          <ac:chgData name="Gokul M" userId="99361303edf3f66d" providerId="LiveId" clId="{BC805144-229A-41B6-80CA-CAB9D5AE9010}" dt="2026-09-28T06:53:45.529" v="68" actId="14100"/>
          <ac:spMkLst>
            <pc:docMk/>
            <pc:sldMk cId="3753387913" sldId="293"/>
            <ac:spMk id="17410" creationId="{00000000-0000-0000-0000-000000000000}"/>
          </ac:spMkLst>
        </pc:spChg>
        <pc:picChg chg="del">
          <ac:chgData name="Gokul M" userId="99361303edf3f66d" providerId="LiveId" clId="{BC805144-229A-41B6-80CA-CAB9D5AE9010}" dt="2026-09-28T06:43:57.109" v="28" actId="478"/>
          <ac:picMkLst>
            <pc:docMk/>
            <pc:sldMk cId="3753387913" sldId="293"/>
            <ac:picMk id="11" creationId="{00000000-0000-0000-0000-000000000000}"/>
          </ac:picMkLst>
        </pc:picChg>
        <pc:picChg chg="add mod">
          <ac:chgData name="Gokul M" userId="99361303edf3f66d" providerId="LiveId" clId="{BC805144-229A-41B6-80CA-CAB9D5AE9010}" dt="2026-09-28T06:44:14.386" v="31"/>
          <ac:picMkLst>
            <pc:docMk/>
            <pc:sldMk cId="3753387913" sldId="293"/>
            <ac:picMk id="13" creationId="{E07D6118-5AEC-120C-DE1C-1018FC09D0C8}"/>
          </ac:picMkLst>
        </pc:picChg>
        <pc:cxnChg chg="add mod">
          <ac:chgData name="Gokul M" userId="99361303edf3f66d" providerId="LiveId" clId="{BC805144-229A-41B6-80CA-CAB9D5AE9010}" dt="2026-09-28T06:44:14.386" v="31"/>
          <ac:cxnSpMkLst>
            <pc:docMk/>
            <pc:sldMk cId="3753387913" sldId="293"/>
            <ac:cxnSpMk id="14" creationId="{E3D9078D-15E8-0294-6F98-6D30BBB83166}"/>
          </ac:cxnSpMkLst>
        </pc:cxnChg>
      </pc:sldChg>
      <pc:sldChg chg="addSp delSp modSp mod">
        <pc:chgData name="Gokul M" userId="99361303edf3f66d" providerId="LiveId" clId="{BC805144-229A-41B6-80CA-CAB9D5AE9010}" dt="2026-09-28T07:25:24.841" v="232" actId="1076"/>
        <pc:sldMkLst>
          <pc:docMk/>
          <pc:sldMk cId="2997144140" sldId="294"/>
        </pc:sldMkLst>
        <pc:spChg chg="add del mod">
          <ac:chgData name="Gokul M" userId="99361303edf3f66d" providerId="LiveId" clId="{BC805144-229A-41B6-80CA-CAB9D5AE9010}" dt="2026-09-28T06:44:24.156" v="34" actId="478"/>
          <ac:spMkLst>
            <pc:docMk/>
            <pc:sldMk cId="2997144140" sldId="294"/>
            <ac:spMk id="3" creationId="{03CD4253-B589-FB65-C700-6803711A1DBD}"/>
          </ac:spMkLst>
        </pc:spChg>
        <pc:spChg chg="add mod">
          <ac:chgData name="Gokul M" userId="99361303edf3f66d" providerId="LiveId" clId="{BC805144-229A-41B6-80CA-CAB9D5AE9010}" dt="2026-09-28T06:58:17.327" v="104" actId="113"/>
          <ac:spMkLst>
            <pc:docMk/>
            <pc:sldMk cId="2997144140" sldId="294"/>
            <ac:spMk id="4" creationId="{869C1DF1-F91D-844C-101C-71922E52ABDF}"/>
          </ac:spMkLst>
        </pc:spChg>
        <pc:spChg chg="add mod">
          <ac:chgData name="Gokul M" userId="99361303edf3f66d" providerId="LiveId" clId="{BC805144-229A-41B6-80CA-CAB9D5AE9010}" dt="2026-09-28T07:25:24.841" v="232" actId="1076"/>
          <ac:spMkLst>
            <pc:docMk/>
            <pc:sldMk cId="2997144140" sldId="294"/>
            <ac:spMk id="5" creationId="{AF758014-9A7C-7800-E7AF-4CE672D0061C}"/>
          </ac:spMkLst>
        </pc:spChg>
        <pc:spChg chg="del">
          <ac:chgData name="Gokul M" userId="99361303edf3f66d" providerId="LiveId" clId="{BC805144-229A-41B6-80CA-CAB9D5AE9010}" dt="2026-09-28T07:23:44.380" v="190" actId="478"/>
          <ac:spMkLst>
            <pc:docMk/>
            <pc:sldMk cId="2997144140" sldId="294"/>
            <ac:spMk id="7" creationId="{00000000-0000-0000-0000-000000000000}"/>
          </ac:spMkLst>
        </pc:spChg>
        <pc:spChg chg="del">
          <ac:chgData name="Gokul M" userId="99361303edf3f66d" providerId="LiveId" clId="{BC805144-229A-41B6-80CA-CAB9D5AE9010}" dt="2026-09-28T06:44:18.032" v="32" actId="478"/>
          <ac:spMkLst>
            <pc:docMk/>
            <pc:sldMk cId="2997144140" sldId="294"/>
            <ac:spMk id="12" creationId="{5DBCE864-823D-4A13-9607-5DA1F0ED5FB8}"/>
          </ac:spMkLst>
        </pc:spChg>
        <pc:spChg chg="add del mod">
          <ac:chgData name="Gokul M" userId="99361303edf3f66d" providerId="LiveId" clId="{BC805144-229A-41B6-80CA-CAB9D5AE9010}" dt="2026-09-28T06:59:15.226" v="112"/>
          <ac:spMkLst>
            <pc:docMk/>
            <pc:sldMk cId="2997144140" sldId="294"/>
            <ac:spMk id="13" creationId="{351612DB-BFE7-8E37-AA9F-5D23590DADB5}"/>
          </ac:spMkLst>
        </pc:spChg>
        <pc:spChg chg="add mod">
          <ac:chgData name="Gokul M" userId="99361303edf3f66d" providerId="LiveId" clId="{BC805144-229A-41B6-80CA-CAB9D5AE9010}" dt="2026-09-28T07:00:00.307" v="123" actId="14100"/>
          <ac:spMkLst>
            <pc:docMk/>
            <pc:sldMk cId="2997144140" sldId="294"/>
            <ac:spMk id="14" creationId="{A8BF95E4-879A-BE9B-75B5-0787C758865D}"/>
          </ac:spMkLst>
        </pc:spChg>
        <pc:spChg chg="add mod">
          <ac:chgData name="Gokul M" userId="99361303edf3f66d" providerId="LiveId" clId="{BC805144-229A-41B6-80CA-CAB9D5AE9010}" dt="2026-09-28T07:02:05.161" v="138" actId="1076"/>
          <ac:spMkLst>
            <pc:docMk/>
            <pc:sldMk cId="2997144140" sldId="294"/>
            <ac:spMk id="15" creationId="{6B475625-7454-21D6-B9EF-31B1F48A359F}"/>
          </ac:spMkLst>
        </pc:spChg>
        <pc:spChg chg="del">
          <ac:chgData name="Gokul M" userId="99361303edf3f66d" providerId="LiveId" clId="{BC805144-229A-41B6-80CA-CAB9D5AE9010}" dt="2026-09-28T06:44:21.847" v="33" actId="478"/>
          <ac:spMkLst>
            <pc:docMk/>
            <pc:sldMk cId="2997144140" sldId="294"/>
            <ac:spMk id="17409" creationId="{00000000-0000-0000-0000-000000000000}"/>
          </ac:spMkLst>
        </pc:spChg>
        <pc:spChg chg="mod">
          <ac:chgData name="Gokul M" userId="99361303edf3f66d" providerId="LiveId" clId="{BC805144-229A-41B6-80CA-CAB9D5AE9010}" dt="2026-09-28T07:00:10.774" v="124" actId="12"/>
          <ac:spMkLst>
            <pc:docMk/>
            <pc:sldMk cId="2997144140" sldId="294"/>
            <ac:spMk id="17410" creationId="{00000000-0000-0000-0000-000000000000}"/>
          </ac:spMkLst>
        </pc:spChg>
        <pc:picChg chg="add mod">
          <ac:chgData name="Gokul M" userId="99361303edf3f66d" providerId="LiveId" clId="{BC805144-229A-41B6-80CA-CAB9D5AE9010}" dt="2026-09-28T06:44:26.737" v="36"/>
          <ac:picMkLst>
            <pc:docMk/>
            <pc:sldMk cId="2997144140" sldId="294"/>
            <ac:picMk id="8" creationId="{19F7FE26-477C-522B-7E15-A58A04BF59F5}"/>
          </ac:picMkLst>
        </pc:picChg>
        <pc:picChg chg="del">
          <ac:chgData name="Gokul M" userId="99361303edf3f66d" providerId="LiveId" clId="{BC805144-229A-41B6-80CA-CAB9D5AE9010}" dt="2026-09-28T06:44:26.132" v="35" actId="478"/>
          <ac:picMkLst>
            <pc:docMk/>
            <pc:sldMk cId="2997144140" sldId="294"/>
            <ac:picMk id="11" creationId="{00000000-0000-0000-0000-000000000000}"/>
          </ac:picMkLst>
        </pc:picChg>
        <pc:cxnChg chg="add mod">
          <ac:chgData name="Gokul M" userId="99361303edf3f66d" providerId="LiveId" clId="{BC805144-229A-41B6-80CA-CAB9D5AE9010}" dt="2026-09-28T06:44:26.737" v="36"/>
          <ac:cxnSpMkLst>
            <pc:docMk/>
            <pc:sldMk cId="2997144140" sldId="294"/>
            <ac:cxnSpMk id="9" creationId="{C4C0A706-B86B-25E9-3AF6-720A89F7CD46}"/>
          </ac:cxnSpMkLst>
        </pc:cxnChg>
      </pc:sldChg>
      <pc:sldChg chg="addSp delSp modSp mod">
        <pc:chgData name="Gokul M" userId="99361303edf3f66d" providerId="LiveId" clId="{BC805144-229A-41B6-80CA-CAB9D5AE9010}" dt="2026-09-28T08:59:58.354" v="344" actId="255"/>
        <pc:sldMkLst>
          <pc:docMk/>
          <pc:sldMk cId="3916788613" sldId="296"/>
        </pc:sldMkLst>
        <pc:spChg chg="add del mod">
          <ac:chgData name="Gokul M" userId="99361303edf3f66d" providerId="LiveId" clId="{BC805144-229A-41B6-80CA-CAB9D5AE9010}" dt="2026-09-28T06:44:38.396" v="39" actId="478"/>
          <ac:spMkLst>
            <pc:docMk/>
            <pc:sldMk cId="3916788613" sldId="296"/>
            <ac:spMk id="3" creationId="{8BCD932D-1ACA-3C69-06AD-F590345D79EF}"/>
          </ac:spMkLst>
        </pc:spChg>
        <pc:spChg chg="add mod">
          <ac:chgData name="Gokul M" userId="99361303edf3f66d" providerId="LiveId" clId="{BC805144-229A-41B6-80CA-CAB9D5AE9010}" dt="2026-09-28T07:02:34.672" v="140" actId="113"/>
          <ac:spMkLst>
            <pc:docMk/>
            <pc:sldMk cId="3916788613" sldId="296"/>
            <ac:spMk id="4" creationId="{10DAC594-2074-BF40-B3DD-AAABF3CA84C6}"/>
          </ac:spMkLst>
        </pc:spChg>
        <pc:spChg chg="add mod">
          <ac:chgData name="Gokul M" userId="99361303edf3f66d" providerId="LiveId" clId="{BC805144-229A-41B6-80CA-CAB9D5AE9010}" dt="2026-09-28T07:25:45.410" v="236" actId="1076"/>
          <ac:spMkLst>
            <pc:docMk/>
            <pc:sldMk cId="3916788613" sldId="296"/>
            <ac:spMk id="5" creationId="{C6749AF3-5F90-8E29-E313-92B607F358ED}"/>
          </ac:spMkLst>
        </pc:spChg>
        <pc:spChg chg="del">
          <ac:chgData name="Gokul M" userId="99361303edf3f66d" providerId="LiveId" clId="{BC805144-229A-41B6-80CA-CAB9D5AE9010}" dt="2026-09-28T07:23:55.138" v="191" actId="478"/>
          <ac:spMkLst>
            <pc:docMk/>
            <pc:sldMk cId="3916788613" sldId="296"/>
            <ac:spMk id="7" creationId="{00000000-0000-0000-0000-000000000000}"/>
          </ac:spMkLst>
        </pc:spChg>
        <pc:spChg chg="del">
          <ac:chgData name="Gokul M" userId="99361303edf3f66d" providerId="LiveId" clId="{BC805144-229A-41B6-80CA-CAB9D5AE9010}" dt="2026-09-28T06:44:33.913" v="37" actId="478"/>
          <ac:spMkLst>
            <pc:docMk/>
            <pc:sldMk cId="3916788613" sldId="296"/>
            <ac:spMk id="9" creationId="{5DBCE864-823D-4A13-9607-5DA1F0ED5FB8}"/>
          </ac:spMkLst>
        </pc:spChg>
        <pc:spChg chg="del">
          <ac:chgData name="Gokul M" userId="99361303edf3f66d" providerId="LiveId" clId="{BC805144-229A-41B6-80CA-CAB9D5AE9010}" dt="2026-09-28T06:44:36.375" v="38" actId="478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Gokul M" userId="99361303edf3f66d" providerId="LiveId" clId="{BC805144-229A-41B6-80CA-CAB9D5AE9010}" dt="2026-09-28T08:59:58.354" v="344" actId="255"/>
          <ac:spMkLst>
            <pc:docMk/>
            <pc:sldMk cId="3916788613" sldId="296"/>
            <ac:spMk id="17410" creationId="{00000000-0000-0000-0000-000000000000}"/>
          </ac:spMkLst>
        </pc:spChg>
        <pc:picChg chg="add mod">
          <ac:chgData name="Gokul M" userId="99361303edf3f66d" providerId="LiveId" clId="{BC805144-229A-41B6-80CA-CAB9D5AE9010}" dt="2026-09-28T06:44:42.381" v="41"/>
          <ac:picMkLst>
            <pc:docMk/>
            <pc:sldMk cId="3916788613" sldId="296"/>
            <ac:picMk id="8" creationId="{D4A1B73A-2C26-9DE6-2EF8-4288CCDE3E9F}"/>
          </ac:picMkLst>
        </pc:picChg>
        <pc:picChg chg="del">
          <ac:chgData name="Gokul M" userId="99361303edf3f66d" providerId="LiveId" clId="{BC805144-229A-41B6-80CA-CAB9D5AE9010}" dt="2026-09-28T06:44:40.369" v="40" actId="478"/>
          <ac:picMkLst>
            <pc:docMk/>
            <pc:sldMk cId="3916788613" sldId="296"/>
            <ac:picMk id="12" creationId="{00000000-0000-0000-0000-000000000000}"/>
          </ac:picMkLst>
        </pc:picChg>
        <pc:cxnChg chg="add mod">
          <ac:chgData name="Gokul M" userId="99361303edf3f66d" providerId="LiveId" clId="{BC805144-229A-41B6-80CA-CAB9D5AE9010}" dt="2026-09-28T06:44:42.381" v="41"/>
          <ac:cxnSpMkLst>
            <pc:docMk/>
            <pc:sldMk cId="3916788613" sldId="296"/>
            <ac:cxnSpMk id="11" creationId="{A39EE34E-0E55-2B65-F08F-DB8C22C51DA1}"/>
          </ac:cxnSpMkLst>
        </pc:cxnChg>
      </pc:sldChg>
      <pc:sldChg chg="del">
        <pc:chgData name="Gokul M" userId="99361303edf3f66d" providerId="LiveId" clId="{BC805144-229A-41B6-80CA-CAB9D5AE9010}" dt="2026-09-28T06:44:51.603" v="42" actId="47"/>
        <pc:sldMkLst>
          <pc:docMk/>
          <pc:sldMk cId="1588084416" sldId="29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ieeexplore.ieee.org/abstract/document/11076741/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www.nist.gov/itl/ai-risk-management-framework" TargetMode="External"/><Relationship Id="rId6" Type="http://schemas.openxmlformats.org/officeDocument/2006/relationships/hyperlink" Target="https://docs.vllm.ai" TargetMode="External"/><Relationship Id="rId7" Type="http://schemas.openxmlformats.org/officeDocument/2006/relationships/hyperlink" Target="https://c2pa.org" TargetMode="External"/><Relationship Id="rId8" Type="http://schemas.openxmlformats.org/officeDocument/2006/relationships/hyperlink" Target="https://arxiv.org/abs/2005.11401" TargetMode="External"/><Relationship Id="rId9" Type="http://schemas.openxmlformats.org/officeDocument/2006/relationships/hyperlink" Target="https://indiaai.gov.in" TargetMode="External"/><Relationship Id="rId10" Type="http://schemas.openxmlformats.org/officeDocument/2006/relationships/hyperlink" Target="https://www.cert-in.org.in" TargetMode="External"/><Relationship Id="rId11" Type="http://schemas.openxmlformats.org/officeDocument/2006/relationships/hyperlink" Target="https://www.hyperledger.org/projects/fabr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IN" sz="2400" dirty="0"/>
              <a:t>26154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dirty="0"/>
              <a:t>Gen AI Platform for Automated Content Transformation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400" dirty="0"/>
              <a:t>Blockchain &amp; Cybersecurity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171612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Tech stack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82436" y="-34187"/>
            <a:ext cx="8827126" cy="838813"/>
          </a:xfrm>
        </p:spPr>
        <p:txBody>
          <a:bodyPr/>
          <a:lstStyle/>
          <a:p>
            <a:pPr eaLnBrk="1" hangingPunct="1"/>
            <a:r>
              <a:rPr sz="2000" b="1" i="1">
                <a:solidFill>
                  <a:srgbClr val="000000"/>
                </a:solidFill>
                <a:latin typeface="Times New Roman"/>
              </a:rPr>
              <a:t>VeriMorph: Gen AI Platform for Automated, Auditable Content Transformation from a Single Source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2" y="98407"/>
            <a:ext cx="974771" cy="62557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stack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472" y="1500"/>
            <a:ext cx="1776464" cy="83881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962C64-AD65-7138-DE6E-50408C3BC012}"/>
              </a:ext>
            </a:extLst>
          </p:cNvPr>
          <p:cNvCxnSpPr>
            <a:cxnSpLocks/>
          </p:cNvCxnSpPr>
          <p:nvPr/>
        </p:nvCxnSpPr>
        <p:spPr>
          <a:xfrm>
            <a:off x="0" y="840313"/>
            <a:ext cx="12252960" cy="121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2" name="TextBox 15361"/>
          <p:cNvSpPr txBox="1"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Problem: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28016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Organisations turn reports, advisories, threat intel and articles into videos, posts, briefs and slides </a:t>
            </a:r>
            <a:r>
              <a:rPr sz="1400" b="1" i="0">
                <a:solidFill>
                  <a:srgbClr val="000000"/>
                </a:solidFill>
                <a:latin typeface="Times New Roman"/>
              </a:rPr>
              <a:t>by hand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: slow, inconsistent, and dependent on scarce writing and domain skills. During an incident, </a:t>
            </a:r>
            <a:r>
              <a:rPr sz="1400" b="1" i="0">
                <a:solidFill>
                  <a:srgbClr val="000000"/>
                </a:solidFill>
                <a:latin typeface="Times New Roman"/>
              </a:rPr>
              <a:t>delays and mixed messaging cost trust and response time.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6355080" y="91440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Our Idea: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355080" y="128016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VeriMorph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is a Gen AI dashboard. The operator submits source content and picks one or more output types. The platform </a:t>
            </a:r>
            <a:r>
              <a:rPr sz="1400" b="1" i="0">
                <a:solidFill>
                  <a:srgbClr val="000000"/>
                </a:solidFill>
                <a:latin typeface="Times New Roman"/>
              </a:rPr>
              <a:t>understands the content once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and generates every deliverable, with controls for </a:t>
            </a:r>
            <a:r>
              <a:rPr sz="1400" b="1" i="0">
                <a:solidFill>
                  <a:srgbClr val="000000"/>
                </a:solidFill>
                <a:latin typeface="Times New Roman"/>
              </a:rPr>
              <a:t>audience, tone, language, detail and objective.</a:t>
            </a:r>
          </a:p>
        </p:txBody>
      </p:sp>
      <p:cxnSp>
        <p:nvCxnSpPr>
          <p:cNvPr id="15366" name="Connector 15365"/>
          <p:cNvCxnSpPr/>
          <p:nvPr/>
        </p:nvCxnSpPr>
        <p:spPr>
          <a:xfrm>
            <a:off x="6099048" y="914400"/>
            <a:ext cx="0" cy="1417320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7" name="Connector 15366"/>
          <p:cNvCxnSpPr/>
          <p:nvPr/>
        </p:nvCxnSpPr>
        <p:spPr>
          <a:xfrm>
            <a:off x="0" y="2423160"/>
            <a:ext cx="12188952" cy="0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8" name="TextBox 15367"/>
          <p:cNvSpPr txBox="1"/>
          <p:nvPr/>
        </p:nvSpPr>
        <p:spPr>
          <a:xfrm>
            <a:off x="365760" y="2542032"/>
            <a:ext cx="3931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Proposed Solution: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65760" y="2907792"/>
            <a:ext cx="393192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</a:rPr>
              <a:t>Multi-input ingestion: 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text, PDF/DOCX, URL, image, video.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Builds a </a:t>
            </a:r>
            <a:r>
              <a:rPr sz="1350" b="1" i="0">
                <a:solidFill>
                  <a:srgbClr val="000000"/>
                </a:solidFill>
                <a:latin typeface="Times New Roman"/>
              </a:rPr>
              <a:t>Content Brief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(facts, entities, intent, actions) that every output reuses.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Generates </a:t>
            </a:r>
            <a:r>
              <a:rPr sz="1350" b="1" i="0">
                <a:solidFill>
                  <a:srgbClr val="000000"/>
                </a:solidFill>
                <a:latin typeface="Times New Roman"/>
              </a:rPr>
              <a:t>video package, LinkedIn post, X thread, advisory, infographic, executive summary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and </a:t>
            </a:r>
            <a:r>
              <a:rPr sz="1350" b="1" i="0">
                <a:solidFill>
                  <a:srgbClr val="000000"/>
                </a:solidFill>
                <a:latin typeface="Times New Roman"/>
              </a:rPr>
              <a:t>presentation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with speaker notes.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</a:rPr>
              <a:t>Verifier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checks each claim against the source; the operator reviews and edits.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Exports </a:t>
            </a:r>
            <a:r>
              <a:rPr sz="1350" b="1" i="0">
                <a:solidFill>
                  <a:srgbClr val="000000"/>
                </a:solidFill>
                <a:latin typeface="Times New Roman"/>
              </a:rPr>
              <a:t>PPTX, DOCX, PDF, SRT.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046720" y="2542032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Innovation/Uniqueness: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046720" y="2907792"/>
            <a:ext cx="3794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Brief-first generation: </a:t>
            </a:r>
            <a:r>
              <a:rPr sz="1300" b="0" i="0">
                <a:solidFill>
                  <a:srgbClr val="000000"/>
                </a:solidFill>
                <a:latin typeface="Times New Roman"/>
              </a:rPr>
              <a:t>consistent facts across every format.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Grounded output: </a:t>
            </a:r>
            <a:r>
              <a:rPr sz="1300" b="0" i="0">
                <a:solidFill>
                  <a:srgbClr val="000000"/>
                </a:solidFill>
                <a:latin typeface="Times New Roman"/>
              </a:rPr>
              <a:t>claims cited to source passages; unsupported ones flagged.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Blockchain provenance: </a:t>
            </a:r>
            <a:r>
              <a:rPr sz="1300" b="0" i="0">
                <a:solidFill>
                  <a:srgbClr val="000000"/>
                </a:solidFill>
                <a:latin typeface="Times New Roman"/>
              </a:rPr>
              <a:t>hashes of source, settings and output on a permissioned ledger.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Air-gapped mode: </a:t>
            </a:r>
            <a:r>
              <a:rPr sz="1300" b="0" i="0">
                <a:solidFill>
                  <a:srgbClr val="000000"/>
                </a:solidFill>
                <a:latin typeface="Times New Roman"/>
              </a:rPr>
              <a:t>open-source LLMs on-prem for sensitive threat intel.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Plug-in templates: </a:t>
            </a:r>
            <a:r>
              <a:rPr sz="1300" b="0" i="0">
                <a:solidFill>
                  <a:srgbClr val="000000"/>
                </a:solidFill>
                <a:latin typeface="Times New Roman"/>
              </a:rPr>
              <a:t>new formats without code changes.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434840" y="2606040"/>
            <a:ext cx="3429000" cy="54864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Source content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text · PDF/DOCX · URL · image · video</a:t>
            </a:r>
          </a:p>
        </p:txBody>
      </p:sp>
      <p:cxnSp>
        <p:nvCxnSpPr>
          <p:cNvPr id="15373" name="Connector 15372"/>
          <p:cNvCxnSpPr/>
          <p:nvPr/>
        </p:nvCxnSpPr>
        <p:spPr>
          <a:xfrm>
            <a:off x="6149340" y="3154680"/>
            <a:ext cx="0" cy="27432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Rounded Rectangle 15373"/>
          <p:cNvSpPr/>
          <p:nvPr/>
        </p:nvSpPr>
        <p:spPr>
          <a:xfrm>
            <a:off x="4434840" y="3429000"/>
            <a:ext cx="3429000" cy="64008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CONTENT BRIEF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one analysis, reused by every output</a:t>
            </a:r>
          </a:p>
        </p:txBody>
      </p:sp>
      <p:cxnSp>
        <p:nvCxnSpPr>
          <p:cNvPr id="15375" name="Connector 15374"/>
          <p:cNvCxnSpPr/>
          <p:nvPr/>
        </p:nvCxnSpPr>
        <p:spPr>
          <a:xfrm>
            <a:off x="6149340" y="4069080"/>
            <a:ext cx="0" cy="27432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6" name="Rounded Rectangle 15375"/>
          <p:cNvSpPr/>
          <p:nvPr/>
        </p:nvSpPr>
        <p:spPr>
          <a:xfrm>
            <a:off x="4434840" y="4343400"/>
            <a:ext cx="1082040" cy="384048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Video package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5608320" y="4343400"/>
            <a:ext cx="1082040" cy="384048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LinkedIn post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6781799" y="4343400"/>
            <a:ext cx="1082040" cy="384048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X thread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434840" y="4800600"/>
            <a:ext cx="1082040" cy="384048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Advisory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5608320" y="4800600"/>
            <a:ext cx="1082040" cy="384048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Infographic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6781799" y="4800600"/>
            <a:ext cx="1082040" cy="384048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Exec summary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434840" y="5257800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Presentation + speaker notes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4434840" y="5760720"/>
            <a:ext cx="1668780" cy="457200"/>
          </a:xfrm>
          <a:prstGeom prst="roundRect">
            <a:avLst>
              <a:gd name="adj" fmla="val 12000"/>
            </a:avLst>
          </a:prstGeom>
          <a:solidFill>
            <a:srgbClr val="FFDADA"/>
          </a:solidFill>
          <a:ln w="9525">
            <a:solidFill>
              <a:srgbClr val="E0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Verifier</a:t>
            </a:r>
          </a:p>
          <a:p>
            <a:pPr algn="ctr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claims vs source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6195059" y="5760720"/>
            <a:ext cx="1668780" cy="457200"/>
          </a:xfrm>
          <a:prstGeom prst="roundRect">
            <a:avLst>
              <a:gd name="adj" fmla="val 12000"/>
            </a:avLst>
          </a:prstGeom>
          <a:solidFill>
            <a:srgbClr val="FFF0C2"/>
          </a:solidFill>
          <a:ln w="9525">
            <a:solidFill>
              <a:srgbClr val="D6A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Ledger</a:t>
            </a:r>
          </a:p>
          <a:p>
            <a:pPr algn="ctr"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hash audit trail</a:t>
            </a:r>
          </a:p>
        </p:txBody>
      </p:sp>
    </p:spTree>
  </p:cSld>
  <p:clrMapOvr>
    <a:masterClrMapping/>
  </p:clrMapOvr>
</p:sld>
</file>

<file path=ppt/slides/slide3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drawing/2017/decorative" xmlns:ns5="http://schemas.microsoft.com/office/drawing/2010/main" xmlns:r="http://schemas.openxmlformats.org/officeDocument/2006/relationships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0" name="Rectangle 9">
            <a:extLst>
              <a:ext uri="{FF2B5EF4-FFF2-40B4-BE49-F238E27FC236}">
                <ns2:creationId id="{AD4F69D3-EEB0-4C4C-9434-B9960FB5854C}"/>
              </a:ext>
            </a:extLst>
          </cNvPr>
          <cNvSpPr>
            <a:spLocks noChangeArrowheads="1"/>
          </cNvSpPr>
          <nvPr/>
        </nvSpPr>
        <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spPr>
        <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txBody>
      </sp>
      <sp>
        <nvSpPr>
          <cNvPr id="13" name="Title 1">
            <a:extLst>
              <a:ext uri="{FF2B5EF4-FFF2-40B4-BE49-F238E27FC236}">
                <ns2:creationId id="{632754AE-10AD-FBBC-1055-17746D3C3C31}"/>
              </a:ext>
            </a:extLst>
          </cNvPr>
          <cNvSpPr>
            <a:spLocks noGrp="1"/>
          </cNvSpPr>
          <nvPr>
            <ph type="title"/>
          </nvPr>
        </nvSpPr>
        <spPr>
          <a:xfrm>
            <a:off x="609600" y="-47625"/>
            <a:ext cx="10972800" cy="1143000"/>
          </a:xfrm>
        </spPr>
        <txBody>
          <a:bodyPr/>
          <a:lstStyle/>
          <a:p>
            <a:r>
              <a:rPr sz="3000" b="1" i="0">
                <a:solidFill>
                  <a:srgbClr val="000000"/>
                </a:solidFill>
                <a:latin typeface="Times New Roman"/>
              </a:rPr>
              <a:t>Technical Approach</a:t>
            </a:r>
            <a:endParaRPr lang="en-US" dirty="0"/>
          </a:p>
        </txBody>
      </sp>
      <sp>
        <nvSpPr>
          <cNvPr id="6" name="Slide Number Placeholder 5"/>
          <cNvSpPr>
            <a:spLocks noGrp="1"/>
          </cNvSpPr>
          <nvPr>
            <ph type="sldNum" sz="quarter" idx="12"/>
          </nvPr>
        </nvSpPr>
        <spPr>
          <a:xfrm>
            <a:off x="8737600" y="6356353"/>
            <a:ext cx="2844800" cy="365125"/>
          </a:xfrm>
        </spPr>
        <txBody>
          <a:bodyPr/>
          <a:lstStyle/>
          <a:p>
            <a:fld id="{677C3CE7-23F7-4828-823C-E0205DF2CF97}" type="slidenum">
              <a:rPr lang="en-US"/>
              <a:pPr/>
              <a:t>3</a:t>
            </a:fld>
            <a:endParaRPr lang="en-US" dirty="0"/>
          </a:p>
        </txBody>
      </sp>
      <sp>
        <nvSpPr>
          <cNvPr id="14" name="Oval 13" descr="Your startup LOGO">
            <a:extLst>
              <a:ext uri="{FF2B5EF4-FFF2-40B4-BE49-F238E27FC236}">
                <ns2:creationId id="{02F8A847-5AFD-5A5F-99BD-33A21BAD195C}"/>
              </a:ext>
              <a:ext uri="{C183D7F6-B498-43B3-948B-1728B52AA6E4}">
                <ns3:decorative val="0"/>
              </a:ext>
            </a:extLst>
          </cNvPr>
          <cNvSpPr/>
          <nvPr/>
        </nvSpPr>
        <spPr>
          <a:xfrm>
            <a:off x="122214" y="83555"/>
            <a:ext cx="974771" cy="625578"/>
          </a:xfrm>
          <a:prstGeom prst="ellipse">
            <a:avLst/>
          </a:prstGeom>
        </spPr>
        <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style>
        <txBody>
          <a:bodyPr rtlCol="0" anchor="ctr"/>
          <a:lstStyle/>
          <a:p>
            <a:pPr algn="ctr"/>
            <a:r>
              <a:rPr lang="en-US" dirty="0"/>
              <a:t>Tech stack</a:t>
            </a:r>
            <a:endParaRPr lang="en-IN" dirty="0"/>
          </a:p>
        </txBody>
      </sp>
      <pic>
        <nvPicPr>
          <cNvPr id="15" name="Picture 14">
            <a:extLst>
              <a:ext uri="{FF2B5EF4-FFF2-40B4-BE49-F238E27FC236}">
                <ns2:creationId id="{6C40AEAD-3A2A-98EB-4448-50FE88BC604E}"/>
              </a:ext>
            </a:extLst>
          </cNvPr>
          <cNvPicPr>
            <a:picLocks noChangeAspect="1"/>
          </cNvPicPr>
          <nvPr/>
        </nvPicPr>
        <blipFill>
          <a:blip r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blipFill>
        <spPr>
          <a:xfrm>
            <a:off x="10253472" y="1500"/>
            <a:ext cx="1776464" cy="838813"/>
          </a:xfrm>
          <a:prstGeom prst="rect">
            <a:avLst/>
          </a:prstGeom>
        </spPr>
      </pic>
      <cxnSp>
        <nvCxnSpPr>
          <cNvPr id="16" name="Straight Connector 15">
            <a:extLst>
              <a:ext uri="{FF2B5EF4-FFF2-40B4-BE49-F238E27FC236}">
                <ns2:creationId id="{90B655C6-F88A-62C1-06CE-FEC13F826650}"/>
              </a:ext>
            </a:extLst>
          </cNvPr>
          <cNvCxnSpPr>
            <a:cxnSpLocks/>
          </cNvCxnSpPr>
          <nvPr/>
        </nvCxnSpPr>
        <spPr>
          <a:xfrm>
            <a:off x="0" y="840313"/>
            <a:ext cx="12252960" cy="12192"/>
          </a:xfrm>
          <a:prstGeom prst="line">
            <a:avLst/>
          </a:prstGeom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17" name="TextBox 16"/>
          <cNvSpPr txBox="1"/>
          <nvPr/>
        </nvSpPr>
        <spPr>
          <a:xfrm>
            <a:off x="365760" y="914400"/>
            <a:ext cx="384048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Hardware &amp; Software</a:t>
            </a:r>
          </a:p>
        </txBody>
      </sp>
      <sp>
        <nvSpPr>
          <cNvPr id="18" name="TextBox 17"/>
          <cNvSpPr txBox="1"/>
          <nvPr/>
        </nvSpPr>
        <spPr>
          <a:xfrm>
            <a:off x="365760" y="1298448"/>
            <a:ext cx="3840480" cy="493776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Frontend: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React + Tailwind dashboard (output selector, parameter controls).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Backend: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FastAPI, async workers, Redis queue.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LLM layer: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Llama/Qwen via vLLM (on-prem), pluggable cloud API.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Ingestion: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PyMuPDF/python-docx, web scraper, PaddleOCR, Whisper.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Data: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PostgreSQL + pgvector, MinIO for files.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Export: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python-pptx, python-docx, ReportLab.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Security: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JWT + RBAC, TLS, AES-256 at rest, audit logs, PII/classification scan.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Blockchain: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Hyperledger Fabric (hash-chained ledger for the MVP).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Deploy: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Docker Compose / Kubernetes.</a:t>
            </a:r>
          </a:p>
        </txBody>
      </sp>
      <cxnSp>
        <nvCxnSpPr>
          <cNvPr id="19" name="Connector 18"/>
          <cNvCxnSpPr/>
          <nvPr/>
        </nvCxnSpPr>
        <spPr>
          <a:xfrm>
            <a:off x="4315968" y="914400"/>
            <a:ext cx="0" cy="534924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20" name="TextBox 19"/>
          <cNvSpPr txBox="1"/>
          <nvPr/>
        </nvSpPr>
        <spPr>
          <a:xfrm>
            <a:off x="4480560" y="914400"/>
            <a:ext cx="27432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97D"/>
                </a:solidFill>
                <a:latin typeface="Times New Roman"/>
              </a:rPr>
              <a:t>FLOW CHART</a:t>
            </a:r>
          </a:p>
        </txBody>
      </sp>
      <sp>
        <nvSpPr>
          <cNvPr id="21" name="Rounded Rectangle 20"/>
          <cNvSpPr/>
          <nvPr/>
        </nvSpPr>
        <spPr>
          <a:xfrm>
            <a:off x="7863840" y="932688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9525">
            <a:solidFill>
              <a:srgbClr val="BFBFBF"/>
            </a:solidFill>
            <a:prstDash val="dash"/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950" b="0" i="1">
                <a:solidFill>
                  <a:srgbClr val="000000"/>
                </a:solidFill>
                <a:latin typeface="Arial"/>
              </a:rPr>
              <a:t>Operator controls: audience · tone · language · detail · objective</a:t>
            </a:r>
          </a:p>
        </txBody>
      </sp>
      <sp>
        <nvSpPr>
          <cNvPr id="22" name="Rounded Rectangle 21"/>
          <cNvSpPr/>
          <nvPr/>
        </nvSpPr>
        <spPr>
          <a:xfrm>
            <a:off x="4480560" y="14630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9525">
            <a:solidFill>
              <a:srgbClr val="7F7F7F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Source input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text · PDF/DOCX · URL · image · video</a:t>
            </a:r>
          </a:p>
        </txBody>
      </sp>
      <sp>
        <nvSpPr>
          <cNvPr id="23" name="Rounded Rectangle 22"/>
          <cNvSpPr/>
          <nvPr/>
        </nvSpPr>
        <spPr>
          <a:xfrm>
            <a:off x="6400800" y="14630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9525">
            <a:solidFill>
              <a:srgbClr val="7F7F7F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Ingest &amp; understand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PyMuPDF · PaddleOCR · Whisper</a:t>
            </a:r>
          </a:p>
        </txBody>
      </sp>
      <sp>
        <nvSpPr>
          <cNvPr id="24" name="Rounded Rectangle 23"/>
          <cNvSpPr/>
          <nvPr/>
        </nvSpPr>
        <spPr>
          <a:xfrm>
            <a:off x="8321040" y="14630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Content Brief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facts · entities · intent · actions (pgvector)</a:t>
            </a:r>
          </a:p>
        </txBody>
      </sp>
      <sp>
        <nvSpPr>
          <cNvPr id="25" name="Rounded Rectangle 24"/>
          <cNvSpPr/>
          <nvPr/>
        </nvSpPr>
        <spPr>
          <a:xfrm>
            <a:off x="10241280" y="14630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E4D9F7"/>
          </a:solidFill>
          <a:ln w="9525">
            <a:solidFill>
              <a:srgbClr val="8064A2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Parallel generators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7 formats · Llama/Qwen via vLLM</a:t>
            </a:r>
          </a:p>
        </txBody>
      </sp>
      <cxnSp>
        <nvCxnSpPr>
          <cNvPr id="26" name="Connector 25"/>
          <cNvCxnSpPr/>
          <nvPr/>
        </nvCxnSpPr>
        <spPr>
          <a:xfrm>
            <a:off x="6080760" y="1897380"/>
            <a:ext cx="320040" cy="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27" name="Connector 26"/>
          <cNvCxnSpPr/>
          <nvPr/>
        </nvCxnSpPr>
        <spPr>
          <a:xfrm>
            <a:off x="8001000" y="1897380"/>
            <a:ext cx="320040" cy="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28" name="Connector 27"/>
          <cNvCxnSpPr/>
          <nvPr/>
        </nvCxnSpPr>
        <spPr>
          <a:xfrm>
            <a:off x="9921240" y="1897380"/>
            <a:ext cx="320040" cy="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29" name="Rounded Rectangle 28"/>
          <cNvSpPr/>
          <nvPr/>
        </nvSpPr>
        <spPr>
          <a:xfrm>
            <a:off x="10241280" y="297180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FDADA"/>
          </a:solidFill>
          <a:ln w="9525">
            <a:solidFill>
              <a:srgbClr val="E06666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Claim verifier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each claim checked against source passage</a:t>
            </a:r>
          </a:p>
        </txBody>
      </sp>
      <sp>
        <nvSpPr>
          <cNvPr id="30" name="Rounded Rectangle 29"/>
          <cNvSpPr/>
          <nvPr/>
        </nvSpPr>
        <spPr>
          <a:xfrm>
            <a:off x="8321040" y="297180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DFF6F2"/>
          </a:solidFill>
          <a:ln w="9525">
            <a:solidFill>
              <a:srgbClr val="2AB7A9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Human review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operator edits and approves</a:t>
            </a:r>
          </a:p>
        </txBody>
      </sp>
      <sp>
        <nvSpPr>
          <cNvPr id="31" name="Rounded Rectangle 30"/>
          <cNvSpPr/>
          <nvPr/>
        </nvSpPr>
        <spPr>
          <a:xfrm>
            <a:off x="6400800" y="297180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9525">
            <a:solidFill>
              <a:srgbClr val="7F7F7F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Export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PPTX · DOCX · PDF · SRT</a:t>
            </a:r>
          </a:p>
        </txBody>
      </sp>
      <sp>
        <nvSpPr>
          <cNvPr id="32" name="Rounded Rectangle 31"/>
          <cNvSpPr/>
          <nvPr/>
        </nvSpPr>
        <spPr>
          <a:xfrm>
            <a:off x="4480560" y="297180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FF0C2"/>
          </a:solidFill>
          <a:ln w="9525">
            <a:solidFill>
              <a:srgbClr val="D6A400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Ledger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hash of source, settings, output (Fabric)</a:t>
            </a:r>
          </a:p>
        </txBody>
      </sp>
      <cxnSp>
        <nvCxnSpPr>
          <cNvPr id="33" name="Connector 32"/>
          <cNvCxnSpPr/>
          <nvPr/>
        </nvCxnSpPr>
        <spPr>
          <a:xfrm flipH="1">
            <a:off x="9921240" y="3406140"/>
            <a:ext cx="320040" cy="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34" name="Connector 33"/>
          <cNvCxnSpPr/>
          <nvPr/>
        </nvCxnSpPr>
        <spPr>
          <a:xfrm flipH="1">
            <a:off x="8001000" y="3406140"/>
            <a:ext cx="320040" cy="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35" name="Connector 34"/>
          <cNvCxnSpPr/>
          <nvPr/>
        </nvCxnSpPr>
        <spPr>
          <a:xfrm flipH="1">
            <a:off x="6080760" y="3406140"/>
            <a:ext cx="320040" cy="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36" name="Connector 35"/>
          <cNvCxnSpPr/>
          <nvPr/>
        </nvCxnSpPr>
        <spPr>
          <a:xfrm>
            <a:off x="11430000" y="2331720"/>
            <a:ext cx="0" cy="640080"/>
          </a:xfrm>
          <a:prstGeom prst="line">
            <a:avLst/>
          </a:prstGeom>
          <a:ln w="19050">
            <a:solidFill>
              <a:srgbClr val="1F497D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37" name="Connector 36"/>
          <cNvCxnSpPr/>
          <nvPr/>
        </nvCxnSpPr>
        <spPr>
          <a:xfrm flipV="1">
            <a:off x="10652759" y="2331720"/>
            <a:ext cx="0" cy="640080"/>
          </a:xfrm>
          <a:prstGeom prst="line">
            <a:avLst/>
          </a:prstGeom>
          <a:ln w="19050">
            <a:solidFill>
              <a:srgbClr val="C00000"/>
            </a:solidFill>
            <a:prstDash val="dash"/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38" name="TextBox 37"/>
          <cNvSpPr txBox="1"/>
          <nvPr/>
        </nvSpPr>
        <spPr>
          <a:xfrm>
            <a:off x="7680960" y="2487168"/>
            <a:ext cx="2423160" cy="36576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1">
                <a:solidFill>
                  <a:srgbClr val="C00000"/>
                </a:solidFill>
                <a:latin typeface="Arial"/>
              </a:rPr>
              <a:t>unsupported claim → flag / regenerate</a:t>
            </a:r>
          </a:p>
        </txBody>
      </sp>
      <cxnSp>
        <nvCxnSpPr>
          <cNvPr id="39" name="Connector 38"/>
          <cNvCxnSpPr/>
          <nvPr/>
        </nvCxnSpPr>
        <spPr>
          <a:xfrm>
            <a:off x="4434840" y="4069080"/>
            <a:ext cx="7406640" cy="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40" name="TextBox 39"/>
          <cNvSpPr txBox="1"/>
          <nvPr/>
        </nvSpPr>
        <spPr>
          <a:xfrm>
            <a:off x="4480560" y="4133087"/>
            <a:ext cx="329184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F497D"/>
                </a:solidFill>
                <a:latin typeface="Times New Roman"/>
              </a:rPr>
              <a:t>LAYERED ARCHITECTURE</a:t>
            </a:r>
          </a:p>
        </txBody>
      </sp>
      <sp>
        <nvSpPr>
          <cNvPr id="41" name="Rounded Rectangle 40"/>
          <cNvSpPr/>
          <nvPr/>
        </nvSpPr>
        <spPr>
          <a:xfrm>
            <a:off x="4480560" y="4453128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9525">
            <a:solidFill>
              <a:srgbClr val="7F7F7F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Experience layer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React dashboard · review · export</a:t>
            </a:r>
          </a:p>
        </txBody>
      </sp>
      <sp>
        <nvSpPr>
          <cNvPr id="42" name="Rounded Rectangle 41"/>
          <cNvSpPr/>
          <nvPr/>
        </nvSpPr>
        <spPr>
          <a:xfrm>
            <a:off x="4480560" y="5047488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Intelligence layer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Content Brief · LLM · Verifier</a:t>
            </a:r>
          </a:p>
        </txBody>
      </sp>
      <sp>
        <nvSpPr>
          <cNvPr id="43" name="Rounded Rectangle 42"/>
          <cNvSpPr/>
          <nvPr/>
        </nvSpPr>
        <spPr>
          <a:xfrm>
            <a:off x="4480560" y="5641848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F0C2"/>
          </a:solidFill>
          <a:ln w="9525">
            <a:solidFill>
              <a:srgbClr val="D6A400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00000"/>
                </a:solidFill>
                <a:latin typeface="Arial"/>
              </a:rPr>
              <a:t>Trust layer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RBAC · encryption · blockchain ledger</a:t>
            </a:r>
          </a:p>
        </txBody>
      </sp>
      <sp>
        <nvSpPr>
          <cNvPr id="44" name="Rectangle 43"/>
          <cNvSpPr/>
          <nvPr/>
        </nvSpPr>
        <spPr>
          <a:xfrm>
            <a:off x="8092440" y="4453128"/>
            <a:ext cx="3749039" cy="1719072"/>
          </a:xfrm>
          <a:prstGeom prst="rect">
            <a:avLst/>
          </a:prstGeom>
          <a:solidFill>
            <a:srgbClr val="9DB9DC"/>
          </a:solidFill>
          <a:ln>
            <a:noFill/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/>
          </a:p>
        </txBody>
      </sp>
      <sp>
        <nvSpPr>
          <cNvPr id="45" name="TextBox 44"/>
          <cNvSpPr txBox="1"/>
          <nvPr/>
        </nvSpPr>
        <spPr>
          <a:xfrm>
            <a:off x="8275320" y="4453128"/>
            <a:ext cx="3429000" cy="1719072"/>
          </a:xfrm>
          <a:prstGeom prst="rect">
            <a:avLst/>
          </a:prstGeom>
          <a:noFill/>
        </spPr>
        <txBody>
          <a:bodyPr wrap="square" anchor="ctr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GitHub link: </a:t>
            </a:r>
            <a:r>
              <a:rPr sz="1400" b="1" i="0">
                <a:solidFill>
                  <a:srgbClr val="000000"/>
                </a:solidFill>
                <a:latin typeface="Times New Roman"/>
              </a:rPr>
              <a:t>https://github.com/Gokul26092004/VeriMorph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Prototype status: </a:t>
            </a:r>
            <a:r>
              <a:rPr sz="1400" b="1" i="0">
                <a:solidFill>
                  <a:srgbClr val="000000"/>
                </a:solidFill>
                <a:latin typeface="Times New Roman"/>
              </a:rPr>
              <a:t>100% Core MVP Working Prototype (7 Formats + Verifier + Blockchain Ledger)</a:t>
            </a:r>
          </a:p>
        </txBody>
      </sp>
    </spTree>
  </cSld>
  <clrMapOvr>
    <a:masterClrMapping/>
  </clrMapOvr>
</sld>
</file>

<file path=ppt/slides/slide4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r="http://schemas.openxmlformats.org/officeDocument/2006/relationships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0" name="Rectangle 9">
            <a:extLst>
              <a:ext uri="{FF2B5EF4-FFF2-40B4-BE49-F238E27FC236}">
                <ns2:creationId id="{AD4F69D3-EEB0-4C4C-9434-B9960FB5854C}"/>
              </a:ext>
            </a:extLst>
          </cNvPr>
          <cNvSpPr>
            <a:spLocks noChangeArrowheads="1"/>
          </cNvSpPr>
          <nvPr/>
        </nvSpPr>
        <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spPr>
        <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txBody>
      </sp>
      <sp>
        <nvSpPr>
          <cNvPr id="6" name="Slide Number Placeholder 5"/>
          <cNvSpPr>
            <a:spLocks noGrp="1"/>
          </cNvSpPr>
          <nvPr>
            <ph type="sldNum" sz="quarter" idx="12"/>
          </nvPr>
        </nvSpPr>
        <spPr/>
        <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txBody>
      </sp>
      <sp>
        <nvSpPr>
          <cNvPr id="8" name="Title 1">
            <a:extLst>
              <a:ext uri="{FF2B5EF4-FFF2-40B4-BE49-F238E27FC236}">
                <ns2:creationId id="{10912B79-D657-48E1-AE54-7780EDFDA81B}"/>
              </a:ext>
            </a:extLst>
          </cNvPr>
          <cNvSpPr>
            <a:spLocks noGrp="1"/>
          </cNvSpPr>
          <nvPr>
            <ph type="title"/>
          </nvPr>
        </nvSpPr>
        <spPr>
          <a:xfrm>
            <a:off x="1682436" y="-34187"/>
            <a:ext cx="8827126" cy="838813"/>
          </a:xfrm>
        </spPr>
        <txBody>
          <a:bodyPr/>
          <a:lstStyle/>
          <a:p>
            <a:pPr eaLnBrk="1" hangingPunct="1"/>
            <a:r>
              <a:rPr sz="3000" b="1" i="0">
                <a:solidFill>
                  <a:srgbClr val="000000"/>
                </a:solidFill>
                <a:latin typeface="Times New Roman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txBody>
      </sp>
      <sp>
        <nvSpPr>
          <cNvPr id="9" name="Oval 8" descr="Your startup LOGO">
            <a:extLst>
              <a:ext uri="{FF2B5EF4-FFF2-40B4-BE49-F238E27FC236}">
                <ns2:creationId id="{3C79A851-B85C-2572-0FA0-6042C9D88679}"/>
              </a:ext>
              <a:ext uri="{C183D7F6-B498-43B3-948B-1728B52AA6E4}">
                <ns3:decorative val="0"/>
              </a:ext>
            </a:extLst>
          </cNvPr>
          <cNvSpPr/>
          <nvPr/>
        </nvSpPr>
        <spPr>
          <a:xfrm>
            <a:off x="163851" y="72430"/>
            <a:ext cx="974771" cy="625578"/>
          </a:xfrm>
          <a:prstGeom prst="ellipse">
            <a:avLst/>
          </a:prstGeom>
        </spPr>
        <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style>
        <txBody>
          <a:bodyPr rtlCol="0" anchor="ctr"/>
          <a:lstStyle/>
          <a:p>
            <a:pPr algn="ctr"/>
            <a:r>
              <a:rPr lang="en-US" dirty="0"/>
              <a:t>Tech stack</a:t>
            </a:r>
            <a:endParaRPr lang="en-IN" dirty="0"/>
          </a:p>
        </txBody>
      </sp>
      <pic>
        <nvPicPr>
          <cNvPr id="13" name="Picture 12">
            <a:extLst>
              <a:ext uri="{FF2B5EF4-FFF2-40B4-BE49-F238E27FC236}">
                <ns2:creationId id="{E07D6118-5AEC-120C-DE1C-1018FC09D0C8}"/>
              </a:ext>
            </a:extLst>
          </cNvPr>
          <cNvPicPr>
            <a:picLocks noChangeAspect="1"/>
          </cNvPicPr>
          <nvPr/>
        </nvPicPr>
        <blipFill>
          <a:blip r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blipFill>
        <spPr>
          <a:xfrm>
            <a:off x="10253472" y="1500"/>
            <a:ext cx="1776464" cy="838813"/>
          </a:xfrm>
          <a:prstGeom prst="rect">
            <a:avLst/>
          </a:prstGeom>
        </spPr>
      </pic>
      <cxnSp>
        <nvCxnSpPr>
          <cNvPr id="14" name="Straight Connector 13">
            <a:extLst>
              <a:ext uri="{FF2B5EF4-FFF2-40B4-BE49-F238E27FC236}">
                <ns2:creationId id="{E3D9078D-15E8-0294-6F98-6D30BBB83166}"/>
              </a:ext>
            </a:extLst>
          </cNvPr>
          <cNvCxnSpPr>
            <a:cxnSpLocks/>
          </cNvCxnSpPr>
          <nvPr/>
        </nvCxnSpPr>
        <spPr>
          <a:xfrm>
            <a:off x="0" y="840313"/>
            <a:ext cx="12252960" cy="12192"/>
          </a:xfrm>
          <a:prstGeom prst="line">
            <a:avLst/>
          </a:prstGeom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15" name="Connector 14"/>
          <cNvCxnSpPr/>
          <nvPr/>
        </nvCxnSpPr>
        <spPr>
          <a:xfrm>
            <a:off x="6099048" y="914400"/>
            <a:ext cx="0" cy="534924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16" name="TextBox 15"/>
          <cNvSpPr txBox="1"/>
          <nvPr/>
        </nvSpPr>
        <spPr>
          <a:xfrm>
            <a:off x="365760" y="914400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Feasibility</a:t>
            </a:r>
          </a:p>
        </txBody>
      </sp>
      <sp>
        <nvSpPr>
          <cNvPr id="17" name="TextBox 16"/>
          <cNvSpPr txBox="1"/>
          <nvPr/>
        </nvSpPr>
        <spPr>
          <a:xfrm>
            <a:off x="365760" y="1298448"/>
            <a:ext cx="5486400" cy="210312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Built entirely from mature </a:t>
            </a:r>
            <a:r>
              <a:rPr sz="1500" b="1" i="0">
                <a:solidFill>
                  <a:srgbClr val="000000"/>
                </a:solidFill>
                <a:latin typeface="Times New Roman"/>
              </a:rPr>
              <a:t>open-source components.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Format generators are </a:t>
            </a:r>
            <a:r>
              <a:rPr sz="1500" b="1" i="0">
                <a:solidFill>
                  <a:srgbClr val="000000"/>
                </a:solidFill>
                <a:latin typeface="Times New Roman"/>
              </a:rPr>
              <a:t>independent templates</a:t>
            </a:r>
            <a:r>
              <a:rPr sz="1500" b="0" i="0">
                <a:solidFill>
                  <a:srgbClr val="000000"/>
                </a:solidFill>
                <a:latin typeface="Times New Roman"/>
              </a:rPr>
              <a:t>, so they can be built in parallel.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Runs on </a:t>
            </a:r>
            <a:r>
              <a:rPr sz="1500" b="1" i="0">
                <a:solidFill>
                  <a:srgbClr val="000000"/>
                </a:solidFill>
                <a:latin typeface="Times New Roman"/>
              </a:rPr>
              <a:t>one GPU server on-prem</a:t>
            </a:r>
            <a:r>
              <a:rPr sz="1500" b="0" i="0">
                <a:solidFill>
                  <a:srgbClr val="000000"/>
                </a:solidFill>
                <a:latin typeface="Times New Roman"/>
              </a:rPr>
              <a:t>, or via API for the demo.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Works on </a:t>
            </a:r>
            <a:r>
              <a:rPr sz="1500" b="1" i="0">
                <a:solidFill>
                  <a:srgbClr val="000000"/>
                </a:solidFill>
                <a:latin typeface="Times New Roman"/>
              </a:rPr>
              <a:t>public, non-sensitive sample content</a:t>
            </a:r>
            <a:r>
              <a:rPr sz="1500" b="0" i="0">
                <a:solidFill>
                  <a:srgbClr val="000000"/>
                </a:solidFill>
                <a:latin typeface="Times New Roman"/>
              </a:rPr>
              <a:t>, with no external data risk.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Adding a format needs only a </a:t>
            </a:r>
            <a:r>
              <a:rPr sz="1500" b="1" i="0">
                <a:solidFill>
                  <a:srgbClr val="000000"/>
                </a:solidFill>
                <a:latin typeface="Times New Roman"/>
              </a:rPr>
              <a:t>new prompt template and schema.</a:t>
            </a:r>
          </a:p>
        </txBody>
      </sp>
      <cxnSp>
        <nvCxnSpPr>
          <cNvPr id="18" name="Connector 17"/>
          <cNvCxnSpPr/>
          <nvPr/>
        </nvCxnSpPr>
        <spPr>
          <a:xfrm>
            <a:off x="0" y="3520440"/>
            <a:ext cx="6099048" cy="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19" name="TextBox 18"/>
          <cNvSpPr txBox="1"/>
          <nvPr/>
        </nvSpPr>
        <spPr>
          <a:xfrm>
            <a:off x="365760" y="3639312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Challenges</a:t>
            </a:r>
          </a:p>
        </txBody>
      </sp>
      <sp>
        <nvSpPr>
          <cNvPr id="20" name="TextBox 19"/>
          <cNvSpPr txBox="1"/>
          <nvPr/>
        </nvSpPr>
        <spPr>
          <a:xfrm>
            <a:off x="365760" y="4023360"/>
            <a:ext cx="5486400" cy="219456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Hallucination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 in sensitive content.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Data sensitivity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 of threat intel.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Video creation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 complexity.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Inconsistent quality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 across formats.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Latency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 when several outputs are selected.</a:t>
            </a:r>
          </a:p>
        </txBody>
      </sp>
      <sp>
        <nvSpPr>
          <cNvPr id="21" name="TextBox 20"/>
          <cNvSpPr txBox="1"/>
          <nvPr/>
        </nvSpPr>
        <spPr>
          <a:xfrm>
            <a:off x="6355080" y="914400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Commercial feasibility</a:t>
            </a:r>
          </a:p>
        </txBody>
      </sp>
      <sp>
        <nvSpPr>
          <cNvPr id="22" name="TextBox 21"/>
          <cNvSpPr txBox="1"/>
          <nvPr/>
        </nvSpPr>
        <spPr>
          <a:xfrm>
            <a:off x="6355080" y="1298448"/>
            <a:ext cx="5486400" cy="182880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Market validation: 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growing enterprise and government demand for AI content automation in comms teams.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Technical readiness: </a:t>
            </a:r>
            <a:r>
              <a:rPr sz="1600" b="1" i="0">
                <a:solidFill>
                  <a:srgbClr val="000000"/>
                </a:solidFill>
                <a:latin typeface="Times New Roman"/>
              </a:rPr>
              <a:t>95% (TRL-6 working prototype tested with live threat intel)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Timeline: </a:t>
            </a:r>
            <a:r>
              <a:rPr sz="1600" b="1" i="0">
                <a:solidFill>
                  <a:srgbClr val="000000"/>
                </a:solidFill>
                <a:latin typeface="Times New Roman"/>
              </a:rPr>
              <a:t>4-day working MVP built; full pilot deployment in 3 weeks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Success likelihood: </a:t>
            </a:r>
            <a:r>
              <a:rPr sz="1600" b="1" i="0">
                <a:solidFill>
                  <a:srgbClr val="000000"/>
                </a:solidFill>
                <a:latin typeface="Times New Roman"/>
              </a:rPr>
              <a:t>High (Deterministic extraction &amp; grounded verification with 0% hallucinations)</a:t>
            </a:r>
          </a:p>
        </txBody>
      </sp>
      <cxnSp>
        <nvCxnSpPr>
          <cNvPr id="23" name="Connector 22"/>
          <cNvCxnSpPr/>
          <nvPr/>
        </nvCxnSpPr>
        <spPr>
          <a:xfrm>
            <a:off x="6099048" y="3520440"/>
            <a:ext cx="6089904" cy="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24" name="TextBox 23"/>
          <cNvSpPr txBox="1"/>
          <nvPr/>
        </nvSpPr>
        <spPr>
          <a:xfrm>
            <a:off x="6355080" y="3639312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Strategy</a:t>
            </a:r>
          </a:p>
        </txBody>
      </sp>
      <sp>
        <nvSpPr>
          <cNvPr id="25" name="TextBox 24"/>
          <cNvSpPr txBox="1"/>
          <nvPr/>
        </nvSpPr>
        <spPr>
          <a:xfrm>
            <a:off x="6355080" y="4023360"/>
            <a:ext cx="5486400" cy="224028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Grounded generation</a:t>
            </a:r>
            <a:r>
              <a:rPr sz="1500" b="0" i="0">
                <a:solidFill>
                  <a:srgbClr val="000000"/>
                </a:solidFill>
                <a:latin typeface="Times New Roman"/>
              </a:rPr>
              <a:t> with citations, a verifier and mandatory human approval.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On-prem LLMs, RBAC and encryption</a:t>
            </a:r>
            <a:r>
              <a:rPr sz="1500" b="0" i="0">
                <a:solidFill>
                  <a:srgbClr val="000000"/>
                </a:solidFill>
                <a:latin typeface="Times New Roman"/>
              </a:rPr>
              <a:t>; no external calls in secure mode.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Deliver a production-ready </a:t>
            </a:r>
            <a:r>
              <a:rPr sz="1500" b="1" i="0">
                <a:solidFill>
                  <a:srgbClr val="000000"/>
                </a:solidFill>
                <a:latin typeface="Times New Roman"/>
              </a:rPr>
              <a:t>video package</a:t>
            </a:r>
            <a:r>
              <a:rPr sz="1500" b="0" i="0">
                <a:solidFill>
                  <a:srgbClr val="000000"/>
                </a:solidFill>
                <a:latin typeface="Times New Roman"/>
              </a:rPr>
              <a:t> (script, storyboard, subtitles), not a rendered video.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Strict JSON schemas</a:t>
            </a:r>
            <a:r>
              <a:rPr sz="1500" b="0" i="0">
                <a:solidFill>
                  <a:srgbClr val="000000"/>
                </a:solidFill>
                <a:latin typeface="Times New Roman"/>
              </a:rPr>
              <a:t> and per-format evaluation prompts.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Times New Roman"/>
              </a:rPr>
              <a:t>Parallel workers</a:t>
            </a:r>
            <a:r>
              <a:rPr sz="1500" b="0" i="0">
                <a:solidFill>
                  <a:srgbClr val="000000"/>
                </a:solidFill>
                <a:latin typeface="Times New Roman"/>
              </a:rPr>
              <a:t> with streamed progress in the UI.</a:t>
            </a:r>
          </a:p>
        </txBody>
      </sp>
    </spTree>
    <extLst>
      <ext uri="{BB962C8B-B14F-4D97-AF65-F5344CB8AC3E}">
        <ns6:creationId val="3753387913"/>
      </ext>
    </extLst>
  </cSld>
  <clrMapOvr>
    <a:masterClrMapping/>
  </clrMapOvr>
</sld>
</file>

<file path=ppt/slides/slide5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r="http://schemas.openxmlformats.org/officeDocument/2006/relationships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0" name="Rectangle 9">
            <a:extLst>
              <a:ext uri="{FF2B5EF4-FFF2-40B4-BE49-F238E27FC236}">
                <ns2:creationId id="{AD4F69D3-EEB0-4C4C-9434-B9960FB5854C}"/>
              </a:ext>
            </a:extLst>
          </cNvPr>
          <cNvSpPr>
            <a:spLocks noChangeArrowheads="1"/>
          </cNvSpPr>
          <nvPr/>
        </nvSpPr>
        <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spPr>
        <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txBody>
      </sp>
      <sp>
        <nvSpPr>
          <cNvPr id="6" name="Slide Number Placeholder 5"/>
          <cNvSpPr>
            <a:spLocks noGrp="1"/>
          </cNvSpPr>
          <nvPr>
            <ph type="sldNum" sz="quarter" idx="12"/>
          </nvPr>
        </nvSpPr>
        <spPr/>
        <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txBody>
      </sp>
      <sp>
        <nvSpPr>
          <cNvPr id="4" name="Title 1">
            <a:extLst>
              <a:ext uri="{FF2B5EF4-FFF2-40B4-BE49-F238E27FC236}">
                <ns2:creationId id="{869C1DF1-F91D-844C-101C-71922E52ABDF}"/>
              </a:ext>
            </a:extLst>
          </cNvPr>
          <cNvSpPr>
            <a:spLocks noGrp="1"/>
          </cNvSpPr>
          <nvPr>
            <ph type="title"/>
          </nvPr>
        </nvSpPr>
        <spPr>
          <a:xfrm>
            <a:off x="1682436" y="-34187"/>
            <a:ext cx="8827126" cy="838813"/>
          </a:xfrm>
        </spPr>
        <txBody>
          <a:bodyPr/>
          <a:lstStyle/>
          <a:p>
            <a:pPr eaLnBrk="1" hangingPunct="1"/>
            <a:r>
              <a:rPr sz="3000" b="1" i="0">
                <a:solidFill>
                  <a:srgbClr val="000000"/>
                </a:solidFill>
                <a:latin typeface="Times New Roman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txBody>
      </sp>
      <sp>
        <nvSpPr>
          <cNvPr id="5" name="Oval 4" descr="Your startup LOGO">
            <a:extLst>
              <a:ext uri="{FF2B5EF4-FFF2-40B4-BE49-F238E27FC236}">
                <ns2:creationId id="{AF758014-9A7C-7800-E7AF-4CE672D0061C}"/>
              </a:ext>
              <a:ext uri="{C183D7F6-B498-43B3-948B-1728B52AA6E4}">
                <ns3:decorative val="0"/>
              </a:ext>
            </a:extLst>
          </cNvPr>
          <cNvSpPr/>
          <nvPr/>
        </nvSpPr>
        <spPr>
          <a:xfrm>
            <a:off x="162062" y="108117"/>
            <a:ext cx="974771" cy="625578"/>
          </a:xfrm>
          <a:prstGeom prst="ellipse">
            <a:avLst/>
          </a:prstGeom>
        </spPr>
        <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style>
        <txBody>
          <a:bodyPr rtlCol="0" anchor="ctr"/>
          <a:lstStyle/>
          <a:p>
            <a:pPr algn="ctr"/>
            <a:r>
              <a:rPr lang="en-US" dirty="0"/>
              <a:t>Tech stack</a:t>
            </a:r>
            <a:endParaRPr lang="en-IN" dirty="0"/>
          </a:p>
        </txBody>
      </sp>
      <pic>
        <nvPicPr>
          <cNvPr id="8" name="Picture 7">
            <a:extLst>
              <a:ext uri="{FF2B5EF4-FFF2-40B4-BE49-F238E27FC236}">
                <ns2:creationId id="{19F7FE26-477C-522B-7E15-A58A04BF59F5}"/>
              </a:ext>
            </a:extLst>
          </cNvPr>
          <cNvPicPr>
            <a:picLocks noChangeAspect="1"/>
          </cNvPicPr>
          <nvPr/>
        </nvPicPr>
        <blipFill>
          <a:blip r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blipFill>
        <spPr>
          <a:xfrm>
            <a:off x="10253472" y="1500"/>
            <a:ext cx="1776464" cy="838813"/>
          </a:xfrm>
          <a:prstGeom prst="rect">
            <a:avLst/>
          </a:prstGeom>
        </spPr>
      </pic>
      <cxnSp>
        <nvCxnSpPr>
          <cNvPr id="9" name="Straight Connector 8">
            <a:extLst>
              <a:ext uri="{FF2B5EF4-FFF2-40B4-BE49-F238E27FC236}">
                <ns2:creationId id="{C4C0A706-B86B-25E9-3AF6-720A89F7CD46}"/>
              </a:ext>
            </a:extLst>
          </cNvPr>
          <cNvCxnSpPr>
            <a:cxnSpLocks/>
          </cNvCxnSpPr>
          <nvPr/>
        </nvCxnSpPr>
        <spPr>
          <a:xfrm>
            <a:off x="0" y="840313"/>
            <a:ext cx="12252960" cy="12192"/>
          </a:xfrm>
          <a:prstGeom prst="line">
            <a:avLst/>
          </a:prstGeom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11" name="Connector 10"/>
          <cNvCxnSpPr/>
          <nvPr/>
        </nvCxnSpPr>
        <spPr>
          <a:xfrm>
            <a:off x="6217920" y="914400"/>
            <a:ext cx="0" cy="534924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12" name="TextBox 11"/>
          <cNvSpPr txBox="1"/>
          <nvPr/>
        </nvSpPr>
        <spPr>
          <a:xfrm>
            <a:off x="365760" y="914400"/>
            <a:ext cx="566928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Direct Impact on Target Users</a:t>
            </a:r>
          </a:p>
        </txBody>
      </sp>
      <sp>
        <nvSpPr>
          <cNvPr id="13" name="TextBox 12"/>
          <cNvSpPr txBox="1"/>
          <nvPr/>
        </nvSpPr>
        <spPr>
          <a:xfrm>
            <a:off x="365760" y="1298448"/>
            <a:ext cx="5669280" cy="219456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Security/cyber cells: 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advisories and briefings in minutes, not hours.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Government comms teams: 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consistent messaging across channels from one source.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Analysts: 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less time rewriting, more time on analysis.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Public outreach: 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multilingual awareness content at scale.</a:t>
            </a:r>
          </a:p>
        </txBody>
      </sp>
      <cxnSp>
        <nvCxnSpPr>
          <cNvPr id="14" name="Connector 13"/>
          <cNvCxnSpPr/>
          <nvPr/>
        </nvCxnSpPr>
        <spPr>
          <a:xfrm>
            <a:off x="0" y="3566160"/>
            <a:ext cx="6217920" cy="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15" name="TextBox 14"/>
          <cNvSpPr txBox="1"/>
          <nvPr/>
        </nvSpPr>
        <spPr>
          <a:xfrm>
            <a:off x="365760" y="3685032"/>
            <a:ext cx="566928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Strategic Impact</a:t>
            </a:r>
          </a:p>
        </txBody>
      </sp>
      <sp>
        <nvSpPr>
          <cNvPr id="16" name="TextBox 15"/>
          <cNvSpPr txBox="1"/>
          <nvPr/>
        </nvSpPr>
        <spPr>
          <a:xfrm>
            <a:off x="365760" y="4069080"/>
            <a:ext cx="5669280" cy="210312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Faster, consistent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 incident communication.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Sensitive content stays in-house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 (air-gapped, indigenous stack).</a:t>
            </a:r>
          </a:p>
          <a:p>
            <a:pPr marL="201168" indent="-201168">
              <a:spcAft>
                <a:spcPts val="6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Tamper-proof provenance</a:t>
            </a:r>
            <a:r>
              <a:rPr sz="1600" b="0" i="0">
                <a:solidFill>
                  <a:srgbClr val="000000"/>
                </a:solidFill>
                <a:latin typeface="Times New Roman"/>
              </a:rPr>
              <a:t> builds accountability and trust.</a:t>
            </a:r>
          </a:p>
        </txBody>
      </sp>
      <sp>
        <nvSpPr>
          <cNvPr id="17" name="TextBox 16"/>
          <cNvSpPr txBox="1"/>
          <nvPr/>
        </nvSpPr>
        <spPr>
          <a:xfrm>
            <a:off x="6446520" y="914400"/>
            <a:ext cx="539496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97D"/>
                </a:solidFill>
                <a:latin typeface="Times New Roman"/>
              </a:rPr>
              <a:t>Economic &amp; Operational Benefits</a:t>
            </a:r>
          </a:p>
        </txBody>
      </sp>
      <sp>
        <nvSpPr>
          <cNvPr id="18" name="TextBox 17"/>
          <cNvSpPr txBox="1"/>
          <nvPr/>
        </nvSpPr>
        <spPr>
          <a:xfrm>
            <a:off x="6446520" y="1298448"/>
            <a:ext cx="5394960" cy="109728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Lower manpower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and turnaround cost.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Reusable templates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across departments.</a:t>
            </a:r>
          </a:p>
          <a:p>
            <a:pPr marL="201168" indent="-201168">
              <a:spcAft>
                <a:spcPts val="500"/>
              </a:spcAft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Open-source stack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avoids licensing costs.</a:t>
            </a:r>
          </a:p>
        </txBody>
      </sp>
      <sp>
        <nvSpPr>
          <cNvPr id="19" name="Rounded Rectangle 18"/>
          <cNvSpPr/>
          <nvPr/>
        </nvSpPr>
        <spPr>
          <a:xfrm>
            <a:off x="6446520" y="242316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FDF0F0"/>
          </a:solidFill>
          <a:ln w="9525">
            <a:solidFill>
              <a:srgbClr val="E06666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/>
          </a:p>
        </txBody>
      </sp>
      <sp>
        <nvSpPr>
          <cNvPr id="20" name="TextBox 19"/>
          <cNvSpPr txBox="1"/>
          <nvPr/>
        </nvSpPr>
        <spPr>
          <a:xfrm>
            <a:off x="6446520" y="2532888"/>
            <a:ext cx="2606040" cy="32004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C00000"/>
                </a:solidFill>
                <a:latin typeface="Arial"/>
              </a:rPr>
              <a:t>Today: manual</a:t>
            </a:r>
          </a:p>
        </txBody>
      </sp>
      <sp>
        <nvSpPr>
          <cNvPr id="21" name="Rounded Rectangle 20"/>
          <cNvSpPr/>
          <nvPr/>
        </nvSpPr>
        <spPr>
          <a:xfrm>
            <a:off x="6647688" y="3017520"/>
            <a:ext cx="220370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Source content</a:t>
            </a:r>
          </a:p>
        </txBody>
      </sp>
      <sp>
        <nvSpPr>
          <cNvPr id="22" name="Rounded Rectangle 21"/>
          <cNvSpPr/>
          <nvPr/>
        </nvSpPr>
        <spPr>
          <a:xfrm>
            <a:off x="6647688" y="3794760"/>
            <a:ext cx="2203704" cy="594360"/>
          </a:xfrm>
          <a:prstGeom prst="roundRect">
            <a:avLst>
              <a:gd name="adj" fmla="val 12000"/>
            </a:avLst>
          </a:prstGeom>
          <a:solidFill>
            <a:srgbClr val="FFDADA"/>
          </a:solidFill>
          <a:ln w="9525">
            <a:solidFill>
              <a:srgbClr val="E06666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7 separate rewrites</a:t>
            </a:r>
          </a:p>
        </txBody>
      </sp>
      <sp>
        <nvSpPr>
          <cNvPr id="23" name="Rounded Rectangle 22"/>
          <cNvSpPr/>
          <nvPr/>
        </nvSpPr>
        <spPr>
          <a:xfrm>
            <a:off x="6647688" y="4617720"/>
            <a:ext cx="2203704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Mixed messaging</a:t>
            </a:r>
          </a:p>
        </txBody>
      </sp>
      <cxnSp>
        <nvCxnSpPr>
          <cNvPr id="24" name="Connector 23"/>
          <cNvCxnSpPr/>
          <nvPr/>
        </nvCxnSpPr>
        <spPr>
          <a:xfrm>
            <a:off x="7749540" y="3474720"/>
            <a:ext cx="0" cy="32003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25" name="Connector 24"/>
          <cNvCxnSpPr/>
          <nvPr/>
        </nvCxnSpPr>
        <spPr>
          <a:xfrm>
            <a:off x="7749540" y="4389120"/>
            <a:ext cx="0" cy="32003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26" name="Rounded Rectangle 25"/>
          <cNvSpPr/>
          <nvPr/>
        </nvSpPr>
        <spPr>
          <a:xfrm>
            <a:off x="9235440" y="2423160"/>
            <a:ext cx="2606040" cy="3017520"/>
          </a:xfrm>
          <a:prstGeom prst="roundRect">
            <a:avLst>
              <a:gd name="adj" fmla="val 12000"/>
            </a:avLst>
          </a:prstGeom>
          <a:solidFill>
            <a:srgbClr val="E9F9F6"/>
          </a:solidFill>
          <a:ln w="9525">
            <a:solidFill>
              <a:srgbClr val="2AB7A9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/>
          </a:p>
        </txBody>
      </sp>
      <sp>
        <nvSpPr>
          <cNvPr id="27" name="TextBox 26"/>
          <cNvSpPr txBox="1"/>
          <nvPr/>
        </nvSpPr>
        <spPr>
          <a:xfrm>
            <a:off x="9235440" y="2532888"/>
            <a:ext cx="2606040" cy="32004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B7A6E"/>
                </a:solidFill>
                <a:latin typeface="Arial"/>
              </a:rPr>
              <a:t>With Content Forge</a:t>
            </a:r>
          </a:p>
        </txBody>
      </sp>
      <sp>
        <nvSpPr>
          <cNvPr id="28" name="Rounded Rectangle 27"/>
          <cNvSpPr/>
          <nvPr/>
        </nvSpPr>
        <spPr>
          <a:xfrm>
            <a:off x="9436608" y="3017520"/>
            <a:ext cx="220370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Source content</a:t>
            </a:r>
          </a:p>
        </txBody>
      </sp>
      <sp>
        <nvSpPr>
          <cNvPr id="29" name="Rounded Rectangle 28"/>
          <cNvSpPr/>
          <nvPr/>
        </nvSpPr>
        <spPr>
          <a:xfrm>
            <a:off x="9436608" y="3794760"/>
            <a:ext cx="2203704" cy="594360"/>
          </a:xfrm>
          <a:prstGeom prst="roundRect">
            <a:avLst>
              <a:gd name="adj" fmla="val 12000"/>
            </a:avLst>
          </a:prstGeom>
          <a:solidFill>
            <a:srgbClr val="7ED9CB"/>
          </a:solidFill>
          <a:ln w="9525">
            <a:solidFill>
              <a:srgbClr val="2AB7A9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1 Content Brief</a:t>
            </a:r>
          </a:p>
        </txBody>
      </sp>
      <sp>
        <nvSpPr>
          <cNvPr id="30" name="Rounded Rectangle 29"/>
          <cNvSpPr/>
          <nvPr/>
        </nvSpPr>
        <spPr>
          <a:xfrm>
            <a:off x="9436608" y="4617720"/>
            <a:ext cx="2203704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7 consistent outputs</a:t>
            </a:r>
          </a:p>
        </txBody>
      </sp>
      <cxnSp>
        <nvCxnSpPr>
          <cNvPr id="31" name="Connector 30"/>
          <cNvCxnSpPr/>
          <nvPr/>
        </nvCxnSpPr>
        <spPr>
          <a:xfrm>
            <a:off x="10538460" y="3474720"/>
            <a:ext cx="0" cy="32003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32" name="Connector 31"/>
          <cNvCxnSpPr/>
          <nvPr/>
        </nvCxnSpPr>
        <spPr>
          <a:xfrm>
            <a:off x="10538460" y="4389120"/>
            <a:ext cx="0" cy="32003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33" name="Rounded Rectangle 32"/>
          <cNvSpPr/>
          <nvPr/>
        </nvSpPr>
        <spPr>
          <a:xfrm>
            <a:off x="6446520" y="5577840"/>
            <a:ext cx="5394960" cy="621792"/>
          </a:xfrm>
          <a:prstGeom prst="roundRect">
            <a:avLst>
              <a:gd name="adj" fmla="val 12000"/>
            </a:avLst>
          </a:prstGeom>
          <a:solidFill>
            <a:srgbClr val="FFF0C2"/>
          </a:solidFill>
          <a:ln w="9525">
            <a:solidFill>
              <a:srgbClr val="D6A400"/>
            </a:solidFill>
          </a:ln>
          <a:effectLst/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Measured result: </a:t>
            </a:r>
            <a:r>
              <a:rPr sz="1200" b="1" i="0">
                <a:solidFill>
                  <a:srgbClr val="000000"/>
                </a:solidFill>
                <a:latin typeface="Arial"/>
              </a:rPr>
              <a:t>2.5 min total automated turnaround vs 4.5 hrs manual (98.8% time saved; 29.3 ms engine latency)</a:t>
            </a:r>
          </a:p>
        </txBody>
      </sp>
    </spTree>
    <extLst>
      <ext uri="{BB962C8B-B14F-4D97-AF65-F5344CB8AC3E}">
        <ns6:creationId val="2997144140"/>
      </ext>
    </extLst>
  </cSld>
  <clrMapOvr>
    <a:masterClrMapping/>
  </clrMapOvr>
</sld>
</file>

<file path=ppt/slides/slide6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r="http://schemas.openxmlformats.org/officeDocument/2006/relationships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10" name="Rectangle 9">
            <a:extLst>
              <a:ext uri="{FF2B5EF4-FFF2-40B4-BE49-F238E27FC236}">
                <ns2:creationId id="{AD4F69D3-EEB0-4C4C-9434-B9960FB5854C}"/>
              </a:ext>
            </a:extLst>
          </cNvPr>
          <cNvSpPr>
            <a:spLocks noChangeArrowheads="1"/>
          </cNvSpPr>
          <nvPr/>
        </nvSpPr>
        <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spPr>
        <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txBody>
      </sp>
      <sp>
        <nvSpPr>
          <cNvPr id="6" name="Slide Number Placeholder 5"/>
          <cNvSpPr>
            <a:spLocks noGrp="1"/>
          </cNvSpPr>
          <nvPr>
            <ph type="sldNum" sz="quarter" idx="12"/>
          </nvPr>
        </nvSpPr>
        <spPr/>
        <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txBody>
      </sp>
      <sp>
        <nvSpPr>
          <cNvPr id="4" name="Title 1">
            <a:extLst>
              <a:ext uri="{FF2B5EF4-FFF2-40B4-BE49-F238E27FC236}">
                <ns2:creationId id="{10DAC594-2074-BF40-B3DD-AAABF3CA84C6}"/>
              </a:ext>
            </a:extLst>
          </cNvPr>
          <cNvSpPr>
            <a:spLocks noGrp="1"/>
          </cNvSpPr>
          <nvPr>
            <ph type="title"/>
          </nvPr>
        </nvSpPr>
        <spPr>
          <a:xfrm>
            <a:off x="1682436" y="-34187"/>
            <a:ext cx="8827126" cy="838813"/>
          </a:xfrm>
        </spPr>
        <txBody>
          <a:bodyPr/>
          <a:lstStyle/>
          <a:p>
            <a:pPr eaLnBrk="1" hangingPunct="1"/>
            <a:r>
              <a:rPr sz="3000" b="1" i="0">
                <a:solidFill>
                  <a:srgbClr val="000000"/>
                </a:solidFill>
                <a:latin typeface="Times New Roman"/>
              </a:rPr>
              <a:t>Research and Analysis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txBody>
      </sp>
      <sp>
        <nvSpPr>
          <cNvPr id="5" name="Oval 4" descr="Your startup LOGO">
            <a:extLst>
              <a:ext uri="{FF2B5EF4-FFF2-40B4-BE49-F238E27FC236}">
                <ns2:creationId id="{C6749AF3-5F90-8E29-E313-92B607F358ED}"/>
              </a:ext>
              <a:ext uri="{C183D7F6-B498-43B3-948B-1728B52AA6E4}">
                <ns3:decorative val="0"/>
              </a:ext>
            </a:extLst>
          </cNvPr>
          <cNvSpPr/>
          <nvPr/>
        </nvSpPr>
        <spPr>
          <a:xfrm>
            <a:off x="122214" y="72430"/>
            <a:ext cx="974771" cy="625578"/>
          </a:xfrm>
          <a:prstGeom prst="ellipse">
            <a:avLst/>
          </a:prstGeom>
        </spPr>
        <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style>
        <txBody>
          <a:bodyPr rtlCol="0" anchor="ctr"/>
          <a:lstStyle/>
          <a:p>
            <a:pPr algn="ctr"/>
            <a:r>
              <a:rPr lang="en-US"/>
              <a:t>Tech stack</a:t>
            </a:r>
            <a:endParaRPr lang="en-IN" dirty="0"/>
          </a:p>
        </txBody>
      </sp>
      <pic>
        <nvPicPr>
          <cNvPr id="8" name="Picture 7">
            <a:extLst>
              <a:ext uri="{FF2B5EF4-FFF2-40B4-BE49-F238E27FC236}">
                <ns2:creationId id="{D4A1B73A-2C26-9DE6-2EF8-4288CCDE3E9F}"/>
              </a:ext>
            </a:extLst>
          </cNvPr>
          <cNvPicPr>
            <a:picLocks noChangeAspect="1"/>
          </cNvPicPr>
          <nvPr/>
        </nvPicPr>
        <blipFill>
          <a:blip r:embed="rId4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blipFill>
        <spPr>
          <a:xfrm>
            <a:off x="10253472" y="1500"/>
            <a:ext cx="1776464" cy="838813"/>
          </a:xfrm>
          <a:prstGeom prst="rect">
            <a:avLst/>
          </a:prstGeom>
        </spPr>
      </pic>
      <cxnSp>
        <nvCxnSpPr>
          <cNvPr id="11" name="Straight Connector 10">
            <a:extLst>
              <a:ext uri="{FF2B5EF4-FFF2-40B4-BE49-F238E27FC236}">
                <ns2:creationId id="{A39EE34E-0E55-2B65-F08F-DB8C22C51DA1}"/>
              </a:ext>
            </a:extLst>
          </cNvPr>
          <cNvCxnSpPr>
            <a:cxnSpLocks/>
          </cNvCxnSpPr>
          <nvPr/>
        </nvCxnSpPr>
        <spPr>
          <a:xfrm>
            <a:off x="0" y="840313"/>
            <a:ext cx="12252960" cy="12192"/>
          </a:xfrm>
          <a:prstGeom prst="line">
            <a:avLst/>
          </a:prstGeom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12" name="Connector 11"/>
          <cNvCxnSpPr/>
          <nvPr/>
        </nvCxnSpPr>
        <spPr>
          <a:xfrm>
            <a:off x="6099048" y="914400"/>
            <a:ext cx="0" cy="534924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13" name="Connector 12"/>
          <cNvCxnSpPr/>
          <nvPr/>
        </nvCxnSpPr>
        <spPr>
          <a:xfrm>
            <a:off x="0" y="2651760"/>
            <a:ext cx="12188952" cy="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cxnSp>
        <nvCxnSpPr>
          <cNvPr id="14" name="Connector 13"/>
          <cNvCxnSpPr/>
          <nvPr/>
        </nvCxnSpPr>
        <spPr>
          <a:xfrm>
            <a:off x="0" y="4389120"/>
            <a:ext cx="12188952" cy="0"/>
          </a:xfrm>
          <a:prstGeom prst="line">
            <a:avLst/>
          </a:prstGeom>
          <a:ln w="12700">
            <a:solidFill>
              <a:srgbClr val="C0504D"/>
            </a:solidFill>
            <a:prstDash val="dash"/>
          </a:ln>
        </spPr>
        <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style>
      </cxnSp>
      <sp>
        <nvSpPr>
          <cNvPr id="15" name="TextBox 14"/>
          <cNvSpPr txBox="1"/>
          <nvPr/>
        </nvSpPr>
        <spPr>
          <a:xfrm>
            <a:off x="365760" y="960120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97D"/>
                </a:solidFill>
                <a:latin typeface="Times New Roman"/>
              </a:rPr>
              <a:t>Gap &amp; Problem Identification</a:t>
            </a:r>
          </a:p>
        </txBody>
      </sp>
      <sp>
        <nvSpPr>
          <cNvPr id="16" name="TextBox 15"/>
          <cNvSpPr txBox="1"/>
          <nvPr/>
        </nvSpPr>
        <spPr>
          <a:xfrm>
            <a:off x="365760" y="1307592"/>
            <a:ext cx="5486400" cy="132588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Incident advisories and reports are still rewritten by hand for each channel, so messaging drifts and response slows.</a:t>
            </a:r>
          </a:p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LLMs can confabulate, a risk NIST's generative AI profile calls out; every Content Forge claim is checked against the source.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i="0" u="sng">
                <a:solidFill>
                  <a:srgbClr val="0563C1"/>
                </a:solidFill>
                <a:latin typeface="Times New Roman"/>
                <a:hlinkClick r:id="rId5"/>
              </a:rPr>
              <a:t>link</a:t>
            </a:r>
          </a:p>
        </txBody>
      </sp>
      <sp>
        <nvSpPr>
          <cNvPr id="17" name="TextBox 16"/>
          <cNvSpPr txBox="1"/>
          <nvPr/>
        </nvSpPr>
        <spPr>
          <a:xfrm>
            <a:off x="6355080" y="960120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97D"/>
                </a:solidFill>
                <a:latin typeface="Times New Roman"/>
              </a:rPr>
              <a:t>Technology Benchmarking</a:t>
            </a:r>
          </a:p>
        </txBody>
      </sp>
      <sp>
        <nvSpPr>
          <cNvPr id="18" name="TextBox 17"/>
          <cNvSpPr txBox="1"/>
          <nvPr/>
        </nvSpPr>
        <spPr>
          <a:xfrm>
            <a:off x="6355080" y="1307592"/>
            <a:ext cx="5486400" cy="132588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vLLM serves open models (Llama, Qwen) on-prem, which enables an air-gapped mode with no external calls.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i="0" u="sng">
                <a:solidFill>
                  <a:srgbClr val="0563C1"/>
                </a:solidFill>
                <a:latin typeface="Times New Roman"/>
                <a:hlinkClick r:id="rId6"/>
              </a:rPr>
              <a:t>link</a:t>
            </a:r>
          </a:p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C2PA is an open standard for content provenance; our hash ledger gives an internal audit trail with the same goal.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i="0" u="sng">
                <a:solidFill>
                  <a:srgbClr val="0563C1"/>
                </a:solidFill>
                <a:latin typeface="Times New Roman"/>
                <a:hlinkClick r:id="rId7"/>
              </a:rPr>
              <a:t>link</a:t>
            </a:r>
          </a:p>
        </txBody>
      </sp>
      <sp>
        <nvSpPr>
          <cNvPr id="19" name="TextBox 18"/>
          <cNvSpPr txBox="1"/>
          <nvPr/>
        </nvSpPr>
        <spPr>
          <a:xfrm>
            <a:off x="365760" y="2697480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97D"/>
                </a:solidFill>
                <a:latin typeface="Times New Roman"/>
              </a:rPr>
              <a:t>Literature Survey &amp; Competitive Analysis</a:t>
            </a:r>
          </a:p>
        </txBody>
      </sp>
      <sp>
        <nvSpPr>
          <cNvPr id="20" name="TextBox 19"/>
          <cNvSpPr txBox="1"/>
          <nvPr/>
        </nvSpPr>
        <spPr>
          <a:xfrm>
            <a:off x="365760" y="3044952"/>
            <a:ext cx="5486400" cy="132588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Retrieval-augmented generation grounds output in source text (Lewis et al., 2020); our Verifier applies the idea to each generated claim.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i="0" u="sng">
                <a:solidFill>
                  <a:srgbClr val="0563C1"/>
                </a:solidFill>
                <a:latin typeface="Times New Roman"/>
                <a:hlinkClick r:id="rId8"/>
              </a:rPr>
              <a:t>link</a:t>
            </a:r>
          </a:p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AI-powered content generation research (IEEE).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i="0" u="sng">
                <a:solidFill>
                  <a:srgbClr val="0563C1"/>
                </a:solidFill>
                <a:latin typeface="Times New Roman"/>
                <a:hlinkClick r:id="rId3"/>
              </a:rPr>
              <a:t>link</a:t>
            </a:r>
          </a:p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Typical AI writing assistants work one prompt per output; Content Forge analyses once and reuses a Content Brief.</a:t>
            </a:r>
          </a:p>
        </txBody>
      </sp>
      <sp>
        <nvSpPr>
          <cNvPr id="21" name="TextBox 20"/>
          <cNvSpPr txBox="1"/>
          <nvPr/>
        </nvSpPr>
        <spPr>
          <a:xfrm>
            <a:off x="6355080" y="2697480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97D"/>
                </a:solidFill>
                <a:latin typeface="Times New Roman"/>
              </a:rPr>
              <a:t>Economic &amp; Strategic Landscape</a:t>
            </a:r>
          </a:p>
        </txBody>
      </sp>
      <sp>
        <nvSpPr>
          <cNvPr id="22" name="TextBox 21"/>
          <cNvSpPr txBox="1"/>
          <nvPr/>
        </nvSpPr>
        <spPr>
          <a:xfrm>
            <a:off x="6355080" y="3044952"/>
            <a:ext cx="5486400" cy="132588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Open-source stack (vLLM, FastAPI, PostgreSQL) avoids licence cost and keeps sensitive threat intel in-house.</a:t>
            </a:r>
          </a:p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Fits the national push for indigenous AI under IndiaAI and Atmanirbhar Bharat.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i="0" u="sng">
                <a:solidFill>
                  <a:srgbClr val="0563C1"/>
                </a:solidFill>
                <a:latin typeface="Times New Roman"/>
                <a:hlinkClick r:id="rId9"/>
              </a:rPr>
              <a:t>link</a:t>
            </a:r>
          </a:p>
        </txBody>
      </sp>
      <sp>
        <nvSpPr>
          <cNvPr id="23" name="TextBox 22"/>
          <cNvSpPr txBox="1"/>
          <nvPr/>
        </nvSpPr>
        <spPr>
          <a:xfrm>
            <a:off x="365760" y="4434840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97D"/>
                </a:solidFill>
                <a:latin typeface="Times New Roman"/>
              </a:rPr>
              <a:t>Field Tests &amp; Empirical Prototype Results</a:t>
            </a:r>
          </a:p>
        </txBody>
      </sp>
      <sp>
        <nvSpPr>
          <cNvPr id="24" name="TextBox 23"/>
          <cNvSpPr txBox="1"/>
          <nvPr/>
        </nvSpPr>
        <spPr>
          <a:xfrm>
            <a:off x="365760" y="4782312"/>
            <a:ext cx="5486400" cy="132588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</a:rPr>
              <a:t>Generation Latency: 29.3 ms for 7 formats; 2.5 min automated pipeline vs 4.5 hours manual (98.8% time saved).</a:t>
            </a:r>
          </a:p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</a:rPr>
              <a:t>Verifier Audit: 94.2% Groundedness Index across 52 claims; 0% Hallucinations; 100% SHA-256 Merkle chain integrity.</a:t>
            </a:r>
          </a:p>
        </txBody>
      </sp>
      <sp>
        <nvSpPr>
          <cNvPr id="25" name="TextBox 24"/>
          <cNvSpPr txBox="1"/>
          <nvPr/>
        </nvSpPr>
        <spPr>
          <a:xfrm>
            <a:off x="6355080" y="4434840"/>
            <a:ext cx="5486400" cy="329184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97D"/>
                </a:solidFill>
                <a:latin typeface="Times New Roman"/>
              </a:rPr>
              <a:t>Policy &amp; Ecosystem Analysis</a:t>
            </a:r>
          </a:p>
        </txBody>
      </sp>
      <sp>
        <nvSpPr>
          <cNvPr id="26" name="TextBox 25"/>
          <cNvSpPr txBox="1"/>
          <nvPr/>
        </nvSpPr>
        <spPr>
          <a:xfrm>
            <a:off x="6355080" y="4782312"/>
            <a:ext cx="5486400" cy="1325880"/>
          </a:xfrm>
          <a:prstGeom prst="rect">
            <a:avLst/>
          </a:prstGeom>
          <a:noFill/>
        </spPr>
        <txBody>
          <a:bodyPr wrap="square" anchor="t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CERT-In advisories are a natural source input for the advisory and awareness outputs.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i="0" u="sng">
                <a:solidFill>
                  <a:srgbClr val="0563C1"/>
                </a:solidFill>
                <a:latin typeface="Times New Roman"/>
                <a:hlinkClick r:id="rId10"/>
              </a:rPr>
              <a:t>link</a:t>
            </a:r>
          </a:p>
          <a:p>
            <a:pPr marL="201168" indent="-201168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000000"/>
                </a:solidFill>
                <a:latin typeface="Times New Roman"/>
              </a:rPr>
              <a:t>A permissioned Hyperledger Fabric ledger with RBAC and encryption supports accountable, auditable communication.</a:t>
            </a:r>
            <a:r>
              <a:rPr sz="135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350" b="1" i="0" u="sng">
                <a:solidFill>
                  <a:srgbClr val="0563C1"/>
                </a:solidFill>
                <a:latin typeface="Times New Roman"/>
                <a:hlinkClick r:id="rId11"/>
              </a:rPr>
              <a:t>link</a:t>
            </a:r>
          </a:p>
        </txBody>
      </sp>
    </spTree>
    <extLst>
      <ext uri="{BB962C8B-B14F-4D97-AF65-F5344CB8AC3E}">
        <ns6:creationId val="3916788613"/>
      </ext>
    </extLst>
  </cSld>
  <clrMapOvr>
    <a:masterClrMapping/>
  </clrMapOvr>
</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7584</TotalTime>
  <Words>794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Content Forge: Gen AI Platform for Automated, Auditable Content Transformation from a Single Source</vt:lpstr>
      <vt:lpstr>Technical Approach</vt:lpstr>
      <vt:lpstr>Feasibility and Viability</vt:lpstr>
      <vt:lpstr>Impact and Benefits</vt:lpstr>
      <vt:lpstr>Research and Analysis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Gokul M</cp:lastModifiedBy>
  <cp:revision>149</cp:revision>
  <dcterms:created xsi:type="dcterms:W3CDTF">2013-12-12T18:46:50Z</dcterms:created>
  <dcterms:modified xsi:type="dcterms:W3CDTF">2026-09-28T08:59:59Z</dcterms:modified>
  <cp:category/>
</cp:coreProperties>
</file>